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bafd45d5744e98" /><Relationship Type="http://schemas.openxmlformats.org/officeDocument/2006/relationships/extended-properties" Target="/docProps/app.xml" Id="Rdbd0e4b422484533" /><Relationship Type="http://schemas.openxmlformats.org/officeDocument/2006/relationships/officeDocument" Target="/ppt/presentation.xml" Id="R97193d86249c40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a86afc9cf54839"/>
  </p:sldMasterIdLst>
  <p:notesMasterIdLst>
    <p:notesMasterId xmlns:r="http://schemas.openxmlformats.org/officeDocument/2006/relationships" r:id="R9e7869f8772e44a1"/>
  </p:notesMasterIdLst>
  <p:sldIdLst>
    <p:sldId xmlns:r="http://schemas.openxmlformats.org/officeDocument/2006/relationships" id="256" r:id="Radfc3535d51a46b4"/>
    <p:sldId xmlns:r="http://schemas.openxmlformats.org/officeDocument/2006/relationships" id="257" r:id="R0b6537263c914f7f"/>
    <p:sldId xmlns:r="http://schemas.openxmlformats.org/officeDocument/2006/relationships" id="258" r:id="R46ea8a4cea8f47bb"/>
    <p:sldId xmlns:r="http://schemas.openxmlformats.org/officeDocument/2006/relationships" id="259" r:id="R1752b85e92704313"/>
    <p:sldId xmlns:r="http://schemas.openxmlformats.org/officeDocument/2006/relationships" id="260" r:id="Rd4767bfb388549c9"/>
    <p:sldId xmlns:r="http://schemas.openxmlformats.org/officeDocument/2006/relationships" id="261" r:id="R202a396841e14aaf"/>
    <p:sldId xmlns:r="http://schemas.openxmlformats.org/officeDocument/2006/relationships" id="262" r:id="Red77393cc6944084"/>
    <p:sldId xmlns:r="http://schemas.openxmlformats.org/officeDocument/2006/relationships" id="263" r:id="Raacf312714ce4d9e"/>
    <p:sldId xmlns:r="http://schemas.openxmlformats.org/officeDocument/2006/relationships" id="264" r:id="R4448a101f84f4c99"/>
    <p:sldId xmlns:r="http://schemas.openxmlformats.org/officeDocument/2006/relationships" id="265" r:id="Re8b6e576ef694437"/>
    <p:sldId xmlns:r="http://schemas.openxmlformats.org/officeDocument/2006/relationships" id="266" r:id="R5bb134b3bd794d30"/>
    <p:sldId xmlns:r="http://schemas.openxmlformats.org/officeDocument/2006/relationships" id="267" r:id="R093aabcd99aa4123"/>
    <p:sldId xmlns:r="http://schemas.openxmlformats.org/officeDocument/2006/relationships" id="268" r:id="Rbde45da036954490"/>
    <p:sldId xmlns:r="http://schemas.openxmlformats.org/officeDocument/2006/relationships" id="269" r:id="R588269b4315f4ba3"/>
    <p:sldId xmlns:r="http://schemas.openxmlformats.org/officeDocument/2006/relationships" id="270" r:id="R6efb1fdb9a3947b9"/>
    <p:sldId xmlns:r="http://schemas.openxmlformats.org/officeDocument/2006/relationships" id="271" r:id="R55bdd52e4b17442e"/>
    <p:sldId xmlns:r="http://schemas.openxmlformats.org/officeDocument/2006/relationships" id="272" r:id="R14b8eb5c0fe54cbf"/>
    <p:sldId xmlns:r="http://schemas.openxmlformats.org/officeDocument/2006/relationships" id="273" r:id="Ra6ca6127abea48ee"/>
    <p:sldId xmlns:r="http://schemas.openxmlformats.org/officeDocument/2006/relationships" id="274" r:id="Ra0bdfac4c37e4825"/>
    <p:sldId xmlns:r="http://schemas.openxmlformats.org/officeDocument/2006/relationships" id="275" r:id="R2084dd56bcb64d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10320ebdb3408f" /><Relationship Type="http://schemas.openxmlformats.org/officeDocument/2006/relationships/slideMaster" Target="/ppt/slideMasters/slideMaster1.xml" Id="R94a86afc9cf54839" /><Relationship Type="http://schemas.openxmlformats.org/officeDocument/2006/relationships/notesMaster" Target="/ppt/notesMasters/notesMaster1.xml" Id="R9e7869f8772e44a1" /><Relationship Type="http://schemas.openxmlformats.org/officeDocument/2006/relationships/presProps" Target="/ppt/presProps.xml" Id="R2f18f95cc1864f9e" /><Relationship Type="http://schemas.openxmlformats.org/officeDocument/2006/relationships/tableStyles" Target="/ppt/tableStyles.xml" Id="R65d96671e0874370" /><Relationship Type="http://schemas.openxmlformats.org/officeDocument/2006/relationships/slide" Target="/ppt/slides/slide1.xml" Id="Radfc3535d51a46b4" /><Relationship Type="http://schemas.openxmlformats.org/officeDocument/2006/relationships/slide" Target="/ppt/slides/slide2.xml" Id="R0b6537263c914f7f" /><Relationship Type="http://schemas.openxmlformats.org/officeDocument/2006/relationships/slide" Target="/ppt/slides/slide3.xml" Id="R46ea8a4cea8f47bb" /><Relationship Type="http://schemas.openxmlformats.org/officeDocument/2006/relationships/slide" Target="/ppt/slides/slide4.xml" Id="R1752b85e92704313" /><Relationship Type="http://schemas.openxmlformats.org/officeDocument/2006/relationships/slide" Target="/ppt/slides/slide5.xml" Id="Rd4767bfb388549c9" /><Relationship Type="http://schemas.openxmlformats.org/officeDocument/2006/relationships/slide" Target="/ppt/slides/slide6.xml" Id="R202a396841e14aaf" /><Relationship Type="http://schemas.openxmlformats.org/officeDocument/2006/relationships/slide" Target="/ppt/slides/slide7.xml" Id="Red77393cc6944084" /><Relationship Type="http://schemas.openxmlformats.org/officeDocument/2006/relationships/slide" Target="/ppt/slides/slide8.xml" Id="Raacf312714ce4d9e" /><Relationship Type="http://schemas.openxmlformats.org/officeDocument/2006/relationships/slide" Target="/ppt/slides/slide9.xml" Id="R4448a101f84f4c99" /><Relationship Type="http://schemas.openxmlformats.org/officeDocument/2006/relationships/slide" Target="/ppt/slides/slide10.xml" Id="Re8b6e576ef694437" /><Relationship Type="http://schemas.openxmlformats.org/officeDocument/2006/relationships/slide" Target="/ppt/slides/slide11.xml" Id="R5bb134b3bd794d30" /><Relationship Type="http://schemas.openxmlformats.org/officeDocument/2006/relationships/slide" Target="/ppt/slides/slide12.xml" Id="R093aabcd99aa4123" /><Relationship Type="http://schemas.openxmlformats.org/officeDocument/2006/relationships/slide" Target="/ppt/slides/slide13.xml" Id="Rbde45da036954490" /><Relationship Type="http://schemas.openxmlformats.org/officeDocument/2006/relationships/slide" Target="/ppt/slides/slide14.xml" Id="R588269b4315f4ba3" /><Relationship Type="http://schemas.openxmlformats.org/officeDocument/2006/relationships/slide" Target="/ppt/slides/slide15.xml" Id="R6efb1fdb9a3947b9" /><Relationship Type="http://schemas.openxmlformats.org/officeDocument/2006/relationships/slide" Target="/ppt/slides/slide16.xml" Id="R55bdd52e4b17442e" /><Relationship Type="http://schemas.openxmlformats.org/officeDocument/2006/relationships/slide" Target="/ppt/slides/slide17.xml" Id="R14b8eb5c0fe54cbf" /><Relationship Type="http://schemas.openxmlformats.org/officeDocument/2006/relationships/slide" Target="/ppt/slides/slide18.xml" Id="Ra6ca6127abea48ee" /><Relationship Type="http://schemas.openxmlformats.org/officeDocument/2006/relationships/slide" Target="/ppt/slides/slide19.xml" Id="Ra0bdfac4c37e4825" /><Relationship Type="http://schemas.openxmlformats.org/officeDocument/2006/relationships/slide" Target="/ppt/slides/slide20.xml" Id="R2084dd56bcb64d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5d8ebab8c74f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6815c959ee40eb" /><Relationship Type="http://schemas.openxmlformats.org/officeDocument/2006/relationships/notesMaster" Target="/ppt/notesMasters/notesMaster1.xml" Id="R33d6d7de4c2748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9f6fdb823f4cb4" /><Relationship Type="http://schemas.openxmlformats.org/officeDocument/2006/relationships/notesMaster" Target="/ppt/notesMasters/notesMaster1.xml" Id="R921afa72982c49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e715b4d5f54c62" /><Relationship Type="http://schemas.openxmlformats.org/officeDocument/2006/relationships/notesMaster" Target="/ppt/notesMasters/notesMaster1.xml" Id="Rc8cc995ae3664f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8a4ffa9b7047c5" /><Relationship Type="http://schemas.openxmlformats.org/officeDocument/2006/relationships/notesMaster" Target="/ppt/notesMasters/notesMaster1.xml" Id="R024724667c5e49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8e0b7d184d445e" /><Relationship Type="http://schemas.openxmlformats.org/officeDocument/2006/relationships/notesMaster" Target="/ppt/notesMasters/notesMaster1.xml" Id="Rff05630139694f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90048e4e5e415a" /><Relationship Type="http://schemas.openxmlformats.org/officeDocument/2006/relationships/notesMaster" Target="/ppt/notesMasters/notesMaster1.xml" Id="Rad8540fd9f1d44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f1e5244a6647aa" /><Relationship Type="http://schemas.openxmlformats.org/officeDocument/2006/relationships/notesMaster" Target="/ppt/notesMasters/notesMaster1.xml" Id="R7de14dd4cd064e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8f7df77b7941a2" /><Relationship Type="http://schemas.openxmlformats.org/officeDocument/2006/relationships/notesMaster" Target="/ppt/notesMasters/notesMaster1.xml" Id="Rd6c55972e9d649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8c875b8b594e35" /><Relationship Type="http://schemas.openxmlformats.org/officeDocument/2006/relationships/notesMaster" Target="/ppt/notesMasters/notesMaster1.xml" Id="Rbbae573020574c8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a29766259e54bb7" /><Relationship Type="http://schemas.openxmlformats.org/officeDocument/2006/relationships/notesMaster" Target="/ppt/notesMasters/notesMaster1.xml" Id="Ra607624f061047c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e6167e930754b3c" /><Relationship Type="http://schemas.openxmlformats.org/officeDocument/2006/relationships/notesMaster" Target="/ppt/notesMasters/notesMaster1.xml" Id="R36d172475bd345e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4dc9807f2574765" /><Relationship Type="http://schemas.openxmlformats.org/officeDocument/2006/relationships/notesMaster" Target="/ppt/notesMasters/notesMaster1.xml" Id="R9fc3a577d9a5480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99f9ac0a48a4888" /><Relationship Type="http://schemas.openxmlformats.org/officeDocument/2006/relationships/notesMaster" Target="/ppt/notesMasters/notesMaster1.xml" Id="R3f925d04ffad4c1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6514a3969c4452e" /><Relationship Type="http://schemas.openxmlformats.org/officeDocument/2006/relationships/notesMaster" Target="/ppt/notesMasters/notesMaster1.xml" Id="R9a08df8f3367443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6551a2873214859" /><Relationship Type="http://schemas.openxmlformats.org/officeDocument/2006/relationships/notesMaster" Target="/ppt/notesMasters/notesMaster1.xml" Id="Ree816dda5d01426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345558958f14630" /><Relationship Type="http://schemas.openxmlformats.org/officeDocument/2006/relationships/notesMaster" Target="/ppt/notesMasters/notesMaster1.xml" Id="R78fef777ae40494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556aae8ce5c40a5" /><Relationship Type="http://schemas.openxmlformats.org/officeDocument/2006/relationships/notesMaster" Target="/ppt/notesMasters/notesMaster1.xml" Id="Rf4a54924257b48a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131963fbb0e499c" /><Relationship Type="http://schemas.openxmlformats.org/officeDocument/2006/relationships/notesMaster" Target="/ppt/notesMasters/notesMaster1.xml" Id="R8a95644b480642d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795e01287d34516" /><Relationship Type="http://schemas.openxmlformats.org/officeDocument/2006/relationships/notesMaster" Target="/ppt/notesMasters/notesMaster1.xml" Id="Rebca66eb025d4c7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d3494af39644448" /><Relationship Type="http://schemas.openxmlformats.org/officeDocument/2006/relationships/notesMaster" Target="/ppt/notesMasters/notesMaster1.xml" Id="Rd768d018f8954c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52052d1d30494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267f24324f427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5a6c57d47749e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e6354c619a457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510ff48e374a2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8c55f3d08b47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5A906D-E482-4C83-A0EE-2EE3093FD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DD34A33-1BAA-4436-8AB5-585E0440DB5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C3D5478-060E-43E9-AB23-54B8A81FDE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3179191-14AE-4309-B0CE-63CEFC1FD2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D101910-F289-4464-BAF0-7E9DBF252A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2DE5F71-ECDB-4971-AD1E-8B50688C58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4AE8BB4-8F14-4E62-AEBE-593B224E5C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4B34598-9C80-4782-B804-2FBD095D97F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30CC4E9-CFA8-4FF7-B523-C3C6C22FB7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3648618-EE91-428E-8A49-6BBF01493B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15f54549ff46d3" /><Relationship Type="http://schemas.openxmlformats.org/officeDocument/2006/relationships/slideLayout" Target="/ppt/slideLayouts/slideLayout1.xml" Id="R41dcf526f6754373" /><Relationship Type="http://schemas.openxmlformats.org/officeDocument/2006/relationships/slideLayout" Target="/ppt/slideLayouts/slideLayout2.xml" Id="R9d34d164ec0b404d" /><Relationship Type="http://schemas.openxmlformats.org/officeDocument/2006/relationships/slideLayout" Target="/ppt/slideLayouts/slideLayout3.xml" Id="R0537c592fc6447b4" /><Relationship Type="http://schemas.openxmlformats.org/officeDocument/2006/relationships/slideLayout" Target="/ppt/slideLayouts/slideLayout4.xml" Id="Re3e90ee3904c48df" /><Relationship Type="http://schemas.openxmlformats.org/officeDocument/2006/relationships/slideLayout" Target="/ppt/slideLayouts/slideLayout5.xml" Id="R56069f5f652b4113" /><Relationship Type="http://schemas.openxmlformats.org/officeDocument/2006/relationships/slideLayout" Target="/ppt/slideLayouts/slideLayout6.xml" Id="R43d23a37472147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dcf526f6754373"/>
    <p:sldLayoutId xmlns:r="http://schemas.openxmlformats.org/officeDocument/2006/relationships" id="2147483650" r:id="R9d34d164ec0b404d"/>
    <p:sldLayoutId xmlns:r="http://schemas.openxmlformats.org/officeDocument/2006/relationships" id="2147483651" r:id="R0537c592fc6447b4"/>
    <p:sldLayoutId xmlns:r="http://schemas.openxmlformats.org/officeDocument/2006/relationships" id="2147483652" r:id="Re3e90ee3904c48df"/>
    <p:sldLayoutId xmlns:r="http://schemas.openxmlformats.org/officeDocument/2006/relationships" id="2147483653" r:id="R56069f5f652b4113"/>
    <p:sldLayoutId xmlns:r="http://schemas.openxmlformats.org/officeDocument/2006/relationships" id="2147483654" r:id="R43d23a37472147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a729f2a8314694" /><Relationship Type="http://schemas.openxmlformats.org/officeDocument/2006/relationships/notesSlide" Target="/ppt/notesSlides/notesSlide1.xml" Id="R8f4580d11eda42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abd1db8cc24549" /><Relationship Type="http://schemas.openxmlformats.org/officeDocument/2006/relationships/notesSlide" Target="/ppt/notesSlides/notesSlide2.xml" Id="Re9edb44b544e40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c9d08948e541dd" /><Relationship Type="http://schemas.openxmlformats.org/officeDocument/2006/relationships/notesSlide" Target="/ppt/notesSlides/notesSlide3.xml" Id="R8676ec003ceb4b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c58b1438d44d91" /><Relationship Type="http://schemas.openxmlformats.org/officeDocument/2006/relationships/notesSlide" Target="/ppt/notesSlides/notesSlide4.xml" Id="R5eba805daaf14f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4fb9fa2f0743da" /><Relationship Type="http://schemas.openxmlformats.org/officeDocument/2006/relationships/notesSlide" Target="/ppt/notesSlides/notesSlide5.xml" Id="R35f63463869e4d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6f5b664d074bf6" /><Relationship Type="http://schemas.openxmlformats.org/officeDocument/2006/relationships/notesSlide" Target="/ppt/notesSlides/notesSlide6.xml" Id="R23ba572f58944f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242253ddaa4e05" /><Relationship Type="http://schemas.openxmlformats.org/officeDocument/2006/relationships/notesSlide" Target="/ppt/notesSlides/notesSlide7.xml" Id="R2fd629a6dd8a4e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83f6270c794009" /><Relationship Type="http://schemas.openxmlformats.org/officeDocument/2006/relationships/notesSlide" Target="/ppt/notesSlides/notesSlide8.xml" Id="Rca9bb6c0bca344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17e8e839b24f72" /><Relationship Type="http://schemas.openxmlformats.org/officeDocument/2006/relationships/image" Target="/ppt/media/image.jpeg" Id="Rbc97d39d162e4a16" /><Relationship Type="http://schemas.openxmlformats.org/officeDocument/2006/relationships/notesSlide" Target="/ppt/notesSlides/notesSlide9.xml" Id="R9f7c0e1b56544e1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4445d096494c14" /><Relationship Type="http://schemas.openxmlformats.org/officeDocument/2006/relationships/notesSlide" Target="/ppt/notesSlides/notesSlide10.xml" Id="R4e9863a19d474bb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5a559f3aa1464c" /><Relationship Type="http://schemas.openxmlformats.org/officeDocument/2006/relationships/notesSlide" Target="/ppt/notesSlides/notesSlide11.xml" Id="Rd4afc9a464564a1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32cfc715ed4d77" /><Relationship Type="http://schemas.openxmlformats.org/officeDocument/2006/relationships/notesSlide" Target="/ppt/notesSlides/notesSlide12.xml" Id="R4f06a7eecccd41e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b71bcc07fe4285" /><Relationship Type="http://schemas.openxmlformats.org/officeDocument/2006/relationships/notesSlide" Target="/ppt/notesSlides/notesSlide13.xml" Id="Rdf81779974a747a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fde11e20cc4de5" /><Relationship Type="http://schemas.openxmlformats.org/officeDocument/2006/relationships/chart" Target="/ppt/slides/charts/chart1.xml" Id="R2bdc50d4f26f4f96" /><Relationship Type="http://schemas.openxmlformats.org/officeDocument/2006/relationships/notesSlide" Target="/ppt/notesSlides/notesSlide14.xml" Id="Rd7ed7e2317e54e7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36f372f8cf42cb" /><Relationship Type="http://schemas.openxmlformats.org/officeDocument/2006/relationships/image" Target="/ppt/media/image2.jpeg" Id="R80e64aba10304453" /><Relationship Type="http://schemas.openxmlformats.org/officeDocument/2006/relationships/notesSlide" Target="/ppt/notesSlides/notesSlide15.xml" Id="Rdd95f4a2b5d449e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6f7caaa45f4682" /><Relationship Type="http://schemas.openxmlformats.org/officeDocument/2006/relationships/image" Target="/ppt/media/image.png" Id="R726c9c99c3314db3" /><Relationship Type="http://schemas.openxmlformats.org/officeDocument/2006/relationships/image" Target="/ppt/media/image2.png" Id="R7f9023f82050433d" /><Relationship Type="http://schemas.openxmlformats.org/officeDocument/2006/relationships/image" Target="/ppt/media/image3.png" Id="R677686a369a24a56" /><Relationship Type="http://schemas.openxmlformats.org/officeDocument/2006/relationships/image" Target="/ppt/media/image4.png" Id="Rc698fa5ce3944528" /><Relationship Type="http://schemas.openxmlformats.org/officeDocument/2006/relationships/notesSlide" Target="/ppt/notesSlides/notesSlide16.xml" Id="R030f311c98fa4ab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bfadee82e64cbc" /><Relationship Type="http://schemas.openxmlformats.org/officeDocument/2006/relationships/notesSlide" Target="/ppt/notesSlides/notesSlide17.xml" Id="R9495db4974ea494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4216ad84ef4750" /><Relationship Type="http://schemas.openxmlformats.org/officeDocument/2006/relationships/notesSlide" Target="/ppt/notesSlides/notesSlide18.xml" Id="Rd5b5df0a4f0b49e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86bc3977d3458a" /><Relationship Type="http://schemas.openxmlformats.org/officeDocument/2006/relationships/notesSlide" Target="/ppt/notesSlides/notesSlide19.xml" Id="R9bed274642f5435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ac5feb1b654015" /><Relationship Type="http://schemas.openxmlformats.org/officeDocument/2006/relationships/notesSlide" Target="/ppt/notesSlides/notesSlide20.xml" Id="R6c30edfca965468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Held-out F1</c:v>
          </c:tx>
          <c:spPr>
            <a:solidFill xmlns:a="http://schemas.openxmlformats.org/drawingml/2006/main">
              <a:srgbClr val="0D6B5E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Spatial baseline</c:v>
                </c:pt>
                <c:pt idx="1">
                  <c:v>Rainfall LSTM</c:v>
                </c:pt>
                <c:pt idx="2">
                  <c:v>Extra Trees</c:v>
                </c:pt>
                <c:pt idx="3">
                  <c:v>U-Net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0.667</c:v>
                </c:pt>
                <c:pt idx="1">
                  <c:v>0.293</c:v>
                </c:pt>
                <c:pt idx="2">
                  <c:v>0.647</c:v>
                </c:pt>
                <c:pt idx="3">
                  <c:v>0.725</c:v>
                </c:pt>
              </c:numCache>
            </c:numRef>
          </c:val>
        </c:ser>
        <c:dLbls>
          <c:numFmt formatCode="0.00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8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4DDDA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0.2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C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C37D95-D06F-4D45-86AD-76494AA4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6B6CF"/>
                </a:solidFill>
              </a:defRPr>
            </a:defPPr>
            <a:lvl1pPr algn="l">
              <a:defRPr sz="1350" b="1">
                <a:solidFill>
                  <a:srgbClr val="26B6CF"/>
                </a:solidFill>
              </a:defRPr>
            </a:lvl1pPr>
            <a:lvl2pPr algn="l">
              <a:defRPr sz="1350" b="1">
                <a:solidFill>
                  <a:srgbClr val="26B6CF"/>
                </a:solidFill>
              </a:defRPr>
            </a:lvl2pPr>
            <a:lvl3pPr algn="l">
              <a:defRPr sz="1350" b="1">
                <a:solidFill>
                  <a:srgbClr val="26B6CF"/>
                </a:solidFill>
              </a:defRPr>
            </a:lvl3pPr>
            <a:lvl4pPr algn="l">
              <a:defRPr sz="1350" b="1">
                <a:solidFill>
                  <a:srgbClr val="26B6CF"/>
                </a:solidFill>
              </a:defRPr>
            </a:lvl4pPr>
            <a:lvl5pPr algn="l">
              <a:defRPr sz="1350" b="1">
                <a:solidFill>
                  <a:srgbClr val="26B6CF"/>
                </a:solidFill>
              </a:defRPr>
            </a:lvl5pPr>
            <a:lvl6pPr algn="l">
              <a:defRPr sz="1350" b="1">
                <a:solidFill>
                  <a:srgbClr val="26B6CF"/>
                </a:solidFill>
              </a:defRPr>
            </a:lvl6pPr>
            <a:lvl7pPr algn="l">
              <a:defRPr sz="1350" b="1">
                <a:solidFill>
                  <a:srgbClr val="26B6CF"/>
                </a:solidFill>
              </a:defRPr>
            </a:lvl7pPr>
            <a:lvl8pPr algn="l">
              <a:defRPr sz="1350" b="1">
                <a:solidFill>
                  <a:srgbClr val="26B6CF"/>
                </a:solidFill>
              </a:defRPr>
            </a:lvl8pPr>
            <a:lvl9pPr algn="l">
              <a:defRPr sz="1350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B6CF"/>
                </a:solidFill>
              </a:defRPr>
            </a:pPr>
            <a:r>
              <a:rPr sz="1350" b="1">
                <a:solidFill>
                  <a:srgbClr val="26B6CF"/>
                </a:solidFill>
              </a:rPr>
              <a:t>FLOODLENS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0766AD-CE5E-41BF-8241-3FC3230F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FFFFFF"/>
                </a:solidFill>
              </a:defRPr>
            </a:defPPr>
            <a:lvl1pPr algn="l">
              <a:defRPr sz="3900" b="1">
                <a:solidFill>
                  <a:srgbClr val="FFFFFF"/>
                </a:solidFill>
              </a:defRPr>
            </a:lvl1pPr>
            <a:lvl2pPr algn="l">
              <a:defRPr sz="3900" b="1">
                <a:solidFill>
                  <a:srgbClr val="FFFFFF"/>
                </a:solidFill>
              </a:defRPr>
            </a:lvl2pPr>
            <a:lvl3pPr algn="l">
              <a:defRPr sz="3900" b="1">
                <a:solidFill>
                  <a:srgbClr val="FFFFFF"/>
                </a:solidFill>
              </a:defRPr>
            </a:lvl3pPr>
            <a:lvl4pPr algn="l">
              <a:defRPr sz="3900" b="1">
                <a:solidFill>
                  <a:srgbClr val="FFFFFF"/>
                </a:solidFill>
              </a:defRPr>
            </a:lvl4pPr>
            <a:lvl5pPr algn="l">
              <a:defRPr sz="3900" b="1">
                <a:solidFill>
                  <a:srgbClr val="FFFFFF"/>
                </a:solidFill>
              </a:defRPr>
            </a:lvl5pPr>
            <a:lvl6pPr algn="l">
              <a:defRPr sz="3900" b="1">
                <a:solidFill>
                  <a:srgbClr val="FFFFFF"/>
                </a:solidFill>
              </a:defRPr>
            </a:lvl6pPr>
            <a:lvl7pPr algn="l">
              <a:defRPr sz="3900" b="1">
                <a:solidFill>
                  <a:srgbClr val="FFFFFF"/>
                </a:solidFill>
              </a:defRPr>
            </a:lvl7pPr>
            <a:lvl8pPr algn="l">
              <a:defRPr sz="3900" b="1">
                <a:solidFill>
                  <a:srgbClr val="FFFFFF"/>
                </a:solidFill>
              </a:defRPr>
            </a:lvl8pPr>
            <a:lvl9pPr algn="l">
              <a:defRPr sz="3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Transparent neighbourhood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flood awareness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8C0346-0167-4A84-8BDE-9C8128CE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B9CBC8"/>
                </a:solidFill>
              </a:defRPr>
            </a:defPPr>
            <a:lvl1pPr algn="l">
              <a:defRPr sz="1650" b="0">
                <a:solidFill>
                  <a:srgbClr val="B9CBC8"/>
                </a:solidFill>
              </a:defRPr>
            </a:lvl1pPr>
            <a:lvl2pPr algn="l">
              <a:defRPr sz="1650" b="0">
                <a:solidFill>
                  <a:srgbClr val="B9CBC8"/>
                </a:solidFill>
              </a:defRPr>
            </a:lvl2pPr>
            <a:lvl3pPr algn="l">
              <a:defRPr sz="1650" b="0">
                <a:solidFill>
                  <a:srgbClr val="B9CBC8"/>
                </a:solidFill>
              </a:defRPr>
            </a:lvl3pPr>
            <a:lvl4pPr algn="l">
              <a:defRPr sz="1650" b="0">
                <a:solidFill>
                  <a:srgbClr val="B9CBC8"/>
                </a:solidFill>
              </a:defRPr>
            </a:lvl4pPr>
            <a:lvl5pPr algn="l">
              <a:defRPr sz="1650" b="0">
                <a:solidFill>
                  <a:srgbClr val="B9CBC8"/>
                </a:solidFill>
              </a:defRPr>
            </a:lvl5pPr>
            <a:lvl6pPr algn="l">
              <a:defRPr sz="1650" b="0">
                <a:solidFill>
                  <a:srgbClr val="B9CBC8"/>
                </a:solidFill>
              </a:defRPr>
            </a:lvl6pPr>
            <a:lvl7pPr algn="l">
              <a:defRPr sz="1650" b="0">
                <a:solidFill>
                  <a:srgbClr val="B9CBC8"/>
                </a:solidFill>
              </a:defRPr>
            </a:lvl7pPr>
            <a:lvl8pPr algn="l">
              <a:defRPr sz="1650" b="0">
                <a:solidFill>
                  <a:srgbClr val="B9CBC8"/>
                </a:solidFill>
              </a:defRPr>
            </a:lvl8pPr>
            <a:lvl9pPr algn="l">
              <a:defRPr sz="1650" b="0">
                <a:solidFill>
                  <a:srgbClr val="B9CBC8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B9CBC8"/>
                </a:solidFill>
              </a:defRPr>
            </a:pPr>
            <a:r>
              <a:rPr sz="1650" b="0">
                <a:solidFill>
                  <a:srgbClr val="B9CBC8"/>
                </a:solidFill>
              </a:rPr>
              <a:t>Final project report and demonstration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87D32B-384F-476D-8B87-22DD4265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5619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D8E5E2"/>
                </a:solidFill>
              </a:defRPr>
            </a:defPPr>
            <a:lvl1pPr algn="l">
              <a:defRPr sz="1350" b="0">
                <a:solidFill>
                  <a:srgbClr val="D8E5E2"/>
                </a:solidFill>
              </a:defRPr>
            </a:lvl1pPr>
            <a:lvl2pPr algn="l">
              <a:defRPr sz="1350" b="0">
                <a:solidFill>
                  <a:srgbClr val="D8E5E2"/>
                </a:solidFill>
              </a:defRPr>
            </a:lvl2pPr>
            <a:lvl3pPr algn="l">
              <a:defRPr sz="1350" b="0">
                <a:solidFill>
                  <a:srgbClr val="D8E5E2"/>
                </a:solidFill>
              </a:defRPr>
            </a:lvl3pPr>
            <a:lvl4pPr algn="l">
              <a:defRPr sz="1350" b="0">
                <a:solidFill>
                  <a:srgbClr val="D8E5E2"/>
                </a:solidFill>
              </a:defRPr>
            </a:lvl4pPr>
            <a:lvl5pPr algn="l">
              <a:defRPr sz="1350" b="0">
                <a:solidFill>
                  <a:srgbClr val="D8E5E2"/>
                </a:solidFill>
              </a:defRPr>
            </a:lvl5pPr>
            <a:lvl6pPr algn="l">
              <a:defRPr sz="1350" b="0">
                <a:solidFill>
                  <a:srgbClr val="D8E5E2"/>
                </a:solidFill>
              </a:defRPr>
            </a:lvl6pPr>
            <a:lvl7pPr algn="l">
              <a:defRPr sz="1350" b="0">
                <a:solidFill>
                  <a:srgbClr val="D8E5E2"/>
                </a:solidFill>
              </a:defRPr>
            </a:lvl7pPr>
            <a:lvl8pPr algn="l">
              <a:defRPr sz="1350" b="0">
                <a:solidFill>
                  <a:srgbClr val="D8E5E2"/>
                </a:solidFill>
              </a:defRPr>
            </a:lvl8pPr>
            <a:lvl9pPr algn="l">
              <a:defRPr sz="1350" b="0">
                <a:solidFill>
                  <a:srgbClr val="D8E5E2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8E5E2"/>
                </a:solidFill>
              </a:defRPr>
            </a:pPr>
            <a:r>
              <a:rPr sz="1350" b="0">
                <a:solidFill>
                  <a:srgbClr val="D8E5E2"/>
                </a:solidFill>
              </a:rPr>
              <a:t>Terrain, forecast rainfall, river-basin context, and historical-event ML evaluation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D8DA3C-4564-4798-9221-4085E9CA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2571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637"/>
          </a:solidFill>
          <a:ln xmlns:a="http://schemas.openxmlformats.org/drawingml/2006/main" w="9525">
            <a:solidFill>
              <a:srgbClr val="12363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B244AF-F56B-42AA-A3D8-1DEA8C6F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7680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26B6CF"/>
                </a:solidFill>
              </a:defRPr>
            </a:defPPr>
            <a:lvl1pPr algn="ctr">
              <a:defRPr sz="975" b="1">
                <a:solidFill>
                  <a:srgbClr val="26B6CF"/>
                </a:solidFill>
              </a:defRPr>
            </a:lvl1pPr>
            <a:lvl2pPr algn="ctr">
              <a:defRPr sz="975" b="1">
                <a:solidFill>
                  <a:srgbClr val="26B6CF"/>
                </a:solidFill>
              </a:defRPr>
            </a:lvl2pPr>
            <a:lvl3pPr algn="ctr">
              <a:defRPr sz="975" b="1">
                <a:solidFill>
                  <a:srgbClr val="26B6CF"/>
                </a:solidFill>
              </a:defRPr>
            </a:lvl3pPr>
            <a:lvl4pPr algn="ctr">
              <a:defRPr sz="975" b="1">
                <a:solidFill>
                  <a:srgbClr val="26B6CF"/>
                </a:solidFill>
              </a:defRPr>
            </a:lvl4pPr>
            <a:lvl5pPr algn="ctr">
              <a:defRPr sz="975" b="1">
                <a:solidFill>
                  <a:srgbClr val="26B6CF"/>
                </a:solidFill>
              </a:defRPr>
            </a:lvl5pPr>
            <a:lvl6pPr algn="ctr">
              <a:defRPr sz="975" b="1">
                <a:solidFill>
                  <a:srgbClr val="26B6CF"/>
                </a:solidFill>
              </a:defRPr>
            </a:lvl6pPr>
            <a:lvl7pPr algn="ctr">
              <a:defRPr sz="975" b="1">
                <a:solidFill>
                  <a:srgbClr val="26B6CF"/>
                </a:solidFill>
              </a:defRPr>
            </a:lvl7pPr>
            <a:lvl8pPr algn="ctr">
              <a:defRPr sz="975" b="1">
                <a:solidFill>
                  <a:srgbClr val="26B6CF"/>
                </a:solidFill>
              </a:defRPr>
            </a:lvl8pPr>
            <a:lvl9pPr algn="ctr">
              <a:defRPr sz="97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26B6CF"/>
                </a:solidFill>
              </a:defRPr>
            </a:pPr>
            <a:r>
              <a:rPr sz="975" b="1">
                <a:solidFill>
                  <a:srgbClr val="26B6CF"/>
                </a:solidFill>
              </a:rPr>
              <a:t>20-slide final result presentation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7A0B1B-F6E2-4B59-8235-C8694010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23900"/>
            <a:ext cx="4000500" cy="52197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B292A"/>
          </a:solidFill>
          <a:ln xmlns:a="http://schemas.openxmlformats.org/drawingml/2006/main" w="9525">
            <a:solidFill>
              <a:srgbClr val="2850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33AA69-2FB6-4BE1-85A2-A32C0DAA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028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26B6CF"/>
                </a:solidFill>
              </a:defRPr>
            </a:defPPr>
            <a:lvl1pPr algn="l">
              <a:defRPr sz="975" b="1">
                <a:solidFill>
                  <a:srgbClr val="26B6CF"/>
                </a:solidFill>
              </a:defRPr>
            </a:lvl1pPr>
            <a:lvl2pPr algn="l">
              <a:defRPr sz="975" b="1">
                <a:solidFill>
                  <a:srgbClr val="26B6CF"/>
                </a:solidFill>
              </a:defRPr>
            </a:lvl2pPr>
            <a:lvl3pPr algn="l">
              <a:defRPr sz="975" b="1">
                <a:solidFill>
                  <a:srgbClr val="26B6CF"/>
                </a:solidFill>
              </a:defRPr>
            </a:lvl3pPr>
            <a:lvl4pPr algn="l">
              <a:defRPr sz="975" b="1">
                <a:solidFill>
                  <a:srgbClr val="26B6CF"/>
                </a:solidFill>
              </a:defRPr>
            </a:lvl4pPr>
            <a:lvl5pPr algn="l">
              <a:defRPr sz="975" b="1">
                <a:solidFill>
                  <a:srgbClr val="26B6CF"/>
                </a:solidFill>
              </a:defRPr>
            </a:lvl5pPr>
            <a:lvl6pPr algn="l">
              <a:defRPr sz="975" b="1">
                <a:solidFill>
                  <a:srgbClr val="26B6CF"/>
                </a:solidFill>
              </a:defRPr>
            </a:lvl6pPr>
            <a:lvl7pPr algn="l">
              <a:defRPr sz="975" b="1">
                <a:solidFill>
                  <a:srgbClr val="26B6CF"/>
                </a:solidFill>
              </a:defRPr>
            </a:lvl7pPr>
            <a:lvl8pPr algn="l">
              <a:defRPr sz="975" b="1">
                <a:solidFill>
                  <a:srgbClr val="26B6CF"/>
                </a:solidFill>
              </a:defRPr>
            </a:lvl8pPr>
            <a:lvl9pPr algn="l">
              <a:defRPr sz="97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6B6CF"/>
                </a:solidFill>
              </a:defRPr>
            </a:pPr>
            <a:r>
              <a:rPr sz="975" b="1">
                <a:solidFill>
                  <a:srgbClr val="26B6CF"/>
                </a:solidFill>
              </a:rPr>
              <a:t>LIVE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6BCA1B-FC4B-4B67-8A7C-E360E915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5621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FFFFFF"/>
                </a:solidFill>
              </a:defRPr>
            </a:defPPr>
            <a:lvl1pPr algn="l">
              <a:defRPr sz="2625" b="1">
                <a:solidFill>
                  <a:srgbClr val="FFFFFF"/>
                </a:solidFill>
              </a:defRPr>
            </a:lvl1pPr>
            <a:lvl2pPr algn="l">
              <a:defRPr sz="2625" b="1">
                <a:solidFill>
                  <a:srgbClr val="FFFFFF"/>
                </a:solidFill>
              </a:defRPr>
            </a:lvl2pPr>
            <a:lvl3pPr algn="l">
              <a:defRPr sz="2625" b="1">
                <a:solidFill>
                  <a:srgbClr val="FFFFFF"/>
                </a:solidFill>
              </a:defRPr>
            </a:lvl3pPr>
            <a:lvl4pPr algn="l">
              <a:defRPr sz="2625" b="1">
                <a:solidFill>
                  <a:srgbClr val="FFFFFF"/>
                </a:solidFill>
              </a:defRPr>
            </a:lvl4pPr>
            <a:lvl5pPr algn="l">
              <a:defRPr sz="2625" b="1">
                <a:solidFill>
                  <a:srgbClr val="FFFFFF"/>
                </a:solidFill>
              </a:defRPr>
            </a:lvl5pPr>
            <a:lvl6pPr algn="l">
              <a:defRPr sz="2625" b="1">
                <a:solidFill>
                  <a:srgbClr val="FFFFFF"/>
                </a:solidFill>
              </a:defRPr>
            </a:lvl6pPr>
            <a:lvl7pPr algn="l">
              <a:defRPr sz="2625" b="1">
                <a:solidFill>
                  <a:srgbClr val="FFFFFF"/>
                </a:solidFill>
              </a:defRPr>
            </a:lvl7pPr>
            <a:lvl8pPr algn="l">
              <a:defRPr sz="2625" b="1">
                <a:solidFill>
                  <a:srgbClr val="FFFFFF"/>
                </a:solidFill>
              </a:defRPr>
            </a:lvl8pPr>
            <a:lvl9pPr algn="l">
              <a:defRPr sz="26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1 / 2 / 5 km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21FB89-AF23-49CC-A280-ABBF7E79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002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resident-selected assessment circle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A2AF7D-ADF3-4C05-BD9E-A547AAB7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717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FFFFFF"/>
                </a:solidFill>
              </a:defRPr>
            </a:defPPr>
            <a:lvl1pPr algn="l">
              <a:defRPr sz="2625" b="1">
                <a:solidFill>
                  <a:srgbClr val="FFFFFF"/>
                </a:solidFill>
              </a:defRPr>
            </a:lvl1pPr>
            <a:lvl2pPr algn="l">
              <a:defRPr sz="2625" b="1">
                <a:solidFill>
                  <a:srgbClr val="FFFFFF"/>
                </a:solidFill>
              </a:defRPr>
            </a:lvl2pPr>
            <a:lvl3pPr algn="l">
              <a:defRPr sz="2625" b="1">
                <a:solidFill>
                  <a:srgbClr val="FFFFFF"/>
                </a:solidFill>
              </a:defRPr>
            </a:lvl3pPr>
            <a:lvl4pPr algn="l">
              <a:defRPr sz="2625" b="1">
                <a:solidFill>
                  <a:srgbClr val="FFFFFF"/>
                </a:solidFill>
              </a:defRPr>
            </a:lvl4pPr>
            <a:lvl5pPr algn="l">
              <a:defRPr sz="2625" b="1">
                <a:solidFill>
                  <a:srgbClr val="FFFFFF"/>
                </a:solidFill>
              </a:defRPr>
            </a:lvl5pPr>
            <a:lvl6pPr algn="l">
              <a:defRPr sz="2625" b="1">
                <a:solidFill>
                  <a:srgbClr val="FFFFFF"/>
                </a:solidFill>
              </a:defRPr>
            </a:lvl6pPr>
            <a:lvl7pPr algn="l">
              <a:defRPr sz="2625" b="1">
                <a:solidFill>
                  <a:srgbClr val="FFFFFF"/>
                </a:solidFill>
              </a:defRPr>
            </a:lvl7pPr>
            <a:lvl8pPr algn="l">
              <a:defRPr sz="2625" b="1">
                <a:solidFill>
                  <a:srgbClr val="FFFFFF"/>
                </a:solidFill>
              </a:defRPr>
            </a:lvl8pPr>
            <a:lvl9pPr algn="l">
              <a:defRPr sz="26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28,907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FF882F-8D3E-4112-9624-5C78A47C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099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HydroBASINS polygons imported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155C7E-4FCA-4C72-9CAC-FA12E834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5814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FFFFFF"/>
                </a:solidFill>
              </a:defRPr>
            </a:defPPr>
            <a:lvl1pPr algn="l">
              <a:defRPr sz="2625" b="1">
                <a:solidFill>
                  <a:srgbClr val="FFFFFF"/>
                </a:solidFill>
              </a:defRPr>
            </a:lvl1pPr>
            <a:lvl2pPr algn="l">
              <a:defRPr sz="2625" b="1">
                <a:solidFill>
                  <a:srgbClr val="FFFFFF"/>
                </a:solidFill>
              </a:defRPr>
            </a:lvl2pPr>
            <a:lvl3pPr algn="l">
              <a:defRPr sz="2625" b="1">
                <a:solidFill>
                  <a:srgbClr val="FFFFFF"/>
                </a:solidFill>
              </a:defRPr>
            </a:lvl3pPr>
            <a:lvl4pPr algn="l">
              <a:defRPr sz="2625" b="1">
                <a:solidFill>
                  <a:srgbClr val="FFFFFF"/>
                </a:solidFill>
              </a:defRPr>
            </a:lvl4pPr>
            <a:lvl5pPr algn="l">
              <a:defRPr sz="2625" b="1">
                <a:solidFill>
                  <a:srgbClr val="FFFFFF"/>
                </a:solidFill>
              </a:defRPr>
            </a:lvl5pPr>
            <a:lvl6pPr algn="l">
              <a:defRPr sz="2625" b="1">
                <a:solidFill>
                  <a:srgbClr val="FFFFFF"/>
                </a:solidFill>
              </a:defRPr>
            </a:lvl6pPr>
            <a:lvl7pPr algn="l">
              <a:defRPr sz="2625" b="1">
                <a:solidFill>
                  <a:srgbClr val="FFFFFF"/>
                </a:solidFill>
              </a:defRPr>
            </a:lvl7pPr>
            <a:lvl8pPr algn="l">
              <a:defRPr sz="2625" b="1">
                <a:solidFill>
                  <a:srgbClr val="FFFFFF"/>
                </a:solidFill>
              </a:defRPr>
            </a:lvl8pPr>
            <a:lvl9pPr algn="l">
              <a:defRPr sz="26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1,428,959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549079-9367-47C6-A4BF-44554D11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195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HydroRIVERS features imported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2491DD-D21F-46C8-903B-EEA95E9F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1911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B9CBC8"/>
                </a:solidFill>
              </a:defRPr>
            </a:defPPr>
            <a:lvl1pPr algn="l">
              <a:defRPr sz="1050" b="0">
                <a:solidFill>
                  <a:srgbClr val="B9CBC8"/>
                </a:solidFill>
              </a:defRPr>
            </a:lvl1pPr>
            <a:lvl2pPr algn="l">
              <a:defRPr sz="1050" b="0">
                <a:solidFill>
                  <a:srgbClr val="B9CBC8"/>
                </a:solidFill>
              </a:defRPr>
            </a:lvl2pPr>
            <a:lvl3pPr algn="l">
              <a:defRPr sz="1050" b="0">
                <a:solidFill>
                  <a:srgbClr val="B9CBC8"/>
                </a:solidFill>
              </a:defRPr>
            </a:lvl3pPr>
            <a:lvl4pPr algn="l">
              <a:defRPr sz="1050" b="0">
                <a:solidFill>
                  <a:srgbClr val="B9CBC8"/>
                </a:solidFill>
              </a:defRPr>
            </a:lvl4pPr>
            <a:lvl5pPr algn="l">
              <a:defRPr sz="1050" b="0">
                <a:solidFill>
                  <a:srgbClr val="B9CBC8"/>
                </a:solidFill>
              </a:defRPr>
            </a:lvl5pPr>
            <a:lvl6pPr algn="l">
              <a:defRPr sz="1050" b="0">
                <a:solidFill>
                  <a:srgbClr val="B9CBC8"/>
                </a:solidFill>
              </a:defRPr>
            </a:lvl6pPr>
            <a:lvl7pPr algn="l">
              <a:defRPr sz="1050" b="0">
                <a:solidFill>
                  <a:srgbClr val="B9CBC8"/>
                </a:solidFill>
              </a:defRPr>
            </a:lvl7pPr>
            <a:lvl8pPr algn="l">
              <a:defRPr sz="1050" b="0">
                <a:solidFill>
                  <a:srgbClr val="B9CBC8"/>
                </a:solidFill>
              </a:defRPr>
            </a:lvl8pPr>
            <a:lvl9pPr algn="l">
              <a:defRPr sz="1050" b="0">
                <a:solidFill>
                  <a:srgbClr val="B9CBC8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B9CBC8"/>
                </a:solidFill>
              </a:defRPr>
            </a:pPr>
            <a:r>
              <a:rPr sz="1050" b="0">
                <a:solidFill>
                  <a:srgbClr val="B9CBC8"/>
                </a:solidFill>
              </a:rPr>
              <a:t>Local Docker demonstration • 19 October 2026</a:t>
            </a:r>
          </a:p>
        </p:txBody>
      </p:sp>
    </p:spTree>
    <p:extLst>
      <p:ext uri="{BB962C8B-B14F-4D97-AF65-F5344CB8AC3E}">
        <p14:creationId xmlns:p14="http://schemas.microsoft.com/office/powerpoint/2010/main" val="1861779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AED8C4-296B-4839-94B3-9343D95F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8A1EB7-6C3F-4F9D-B25D-7810D38F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Project in one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BB5E9E-AD3B-457B-AF3B-761359CA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A usable resident interface backed by real spatial data, with research ML kept separate.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B3C97D-BD53-4E6F-A991-EA328EC0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0E464F-D0C4-4461-995C-00E0E7A5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3429000" cy="2038350"/>
          </a:xfrm>
          <a:prstGeom xmlns:a="http://schemas.openxmlformats.org/drawingml/2006/main" prst="roundRect">
            <a:avLst>
              <a:gd name="adj" fmla="val 84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E8AF43-4CEA-4C07-8C79-33EF49BC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D60050-B425-4203-980A-188DE35E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4305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Resident experience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75E346-AC3B-48A1-A67D-AF736E47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30289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Select a neighbourhood and a 1, 2, or 5 km circle. Read terrain, forecast rainfall, and river-basin context in plain language.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166192-FE90-4039-9748-CB61E7E1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09700"/>
            <a:ext cx="3429000" cy="2038350"/>
          </a:xfrm>
          <a:prstGeom xmlns:a="http://schemas.openxmlformats.org/drawingml/2006/main" prst="roundRect">
            <a:avLst>
              <a:gd name="adj" fmla="val 84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E62CE5-78E8-4DE5-95CC-896F4082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0970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7BC1"/>
          </a:solidFill>
          <a:ln xmlns:a="http://schemas.openxmlformats.org/drawingml/2006/main" w="0">
            <a:solidFill>
              <a:srgbClr val="407BC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5EE6E9-A138-49E5-8686-940BAC17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54305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Operational pipeline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82B6D6-1CE1-4A76-A09C-97D8CC83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43100"/>
            <a:ext cx="30289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React and Leaflet call FastAPI. A PostGIS-backed worker samples FABDEM, reads HydroSHEDS, and fetches Open-Meteo rainfall.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39AD8E-DC19-439A-893B-DF1491A7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09700"/>
            <a:ext cx="3429000" cy="2038350"/>
          </a:xfrm>
          <a:prstGeom xmlns:a="http://schemas.openxmlformats.org/drawingml/2006/main" prst="roundRect">
            <a:avLst>
              <a:gd name="adj" fmla="val 84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682801-27A5-4CA5-8368-1194D516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0970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6CF"/>
          </a:solidFill>
          <a:ln xmlns:a="http://schemas.openxmlformats.org/drawingml/2006/main" w="0">
            <a:solidFill>
              <a:srgbClr val="26B6C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13388A-321D-441A-9FDD-1DD6C36E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54305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Research laboratory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BF0030-3D67-4ABB-B77B-ED847DD8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43100"/>
            <a:ext cx="30289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Compare real labels with Extra Trees and U-Net masks on held-out events. Classification models add event-level context.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677D55-A8AE-47E5-B84D-F94DA2E8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0D6B5E"/>
                </a:solidFill>
              </a:defRPr>
            </a:defPPr>
            <a:lvl1pPr algn="l">
              <a:defRPr sz="2100" b="1">
                <a:solidFill>
                  <a:srgbClr val="0D6B5E"/>
                </a:solidFill>
              </a:defRPr>
            </a:lvl1pPr>
            <a:lvl2pPr algn="l">
              <a:defRPr sz="2100" b="1">
                <a:solidFill>
                  <a:srgbClr val="0D6B5E"/>
                </a:solidFill>
              </a:defRPr>
            </a:lvl2pPr>
            <a:lvl3pPr algn="l">
              <a:defRPr sz="2100" b="1">
                <a:solidFill>
                  <a:srgbClr val="0D6B5E"/>
                </a:solidFill>
              </a:defRPr>
            </a:lvl3pPr>
            <a:lvl4pPr algn="l">
              <a:defRPr sz="2100" b="1">
                <a:solidFill>
                  <a:srgbClr val="0D6B5E"/>
                </a:solidFill>
              </a:defRPr>
            </a:lvl4pPr>
            <a:lvl5pPr algn="l">
              <a:defRPr sz="2100" b="1">
                <a:solidFill>
                  <a:srgbClr val="0D6B5E"/>
                </a:solidFill>
              </a:defRPr>
            </a:lvl5pPr>
            <a:lvl6pPr algn="l">
              <a:defRPr sz="2100" b="1">
                <a:solidFill>
                  <a:srgbClr val="0D6B5E"/>
                </a:solidFill>
              </a:defRPr>
            </a:lvl6pPr>
            <a:lvl7pPr algn="l">
              <a:defRPr sz="2100" b="1">
                <a:solidFill>
                  <a:srgbClr val="0D6B5E"/>
                </a:solidFill>
              </a:defRPr>
            </a:lvl7pPr>
            <a:lvl8pPr algn="l">
              <a:defRPr sz="2100" b="1">
                <a:solidFill>
                  <a:srgbClr val="0D6B5E"/>
                </a:solidFill>
              </a:defRPr>
            </a:lvl8pPr>
            <a:lvl9pPr algn="l">
              <a:defRPr sz="210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D6B5E"/>
                </a:solidFill>
              </a:defRPr>
            </a:pPr>
            <a:r>
              <a:rPr sz="2100" b="1">
                <a:solidFill>
                  <a:srgbClr val="0D6B5E"/>
                </a:solidFill>
              </a:rPr>
              <a:t>A complete local demonstrator with transparent coverage states, reproducible deployment, visible model failures, and measured held-out performance.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B7817D-85A4-4B11-A410-77DFDBA3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E86F51"/>
                </a:solidFill>
              </a:defRPr>
            </a:defPPr>
            <a:lvl1pPr algn="l">
              <a:defRPr sz="1200" b="1">
                <a:solidFill>
                  <a:srgbClr val="E86F51"/>
                </a:solidFill>
              </a:defRPr>
            </a:lvl1pPr>
            <a:lvl2pPr algn="l">
              <a:defRPr sz="1200" b="1">
                <a:solidFill>
                  <a:srgbClr val="E86F51"/>
                </a:solidFill>
              </a:defRPr>
            </a:lvl2pPr>
            <a:lvl3pPr algn="l">
              <a:defRPr sz="1200" b="1">
                <a:solidFill>
                  <a:srgbClr val="E86F51"/>
                </a:solidFill>
              </a:defRPr>
            </a:lvl3pPr>
            <a:lvl4pPr algn="l">
              <a:defRPr sz="1200" b="1">
                <a:solidFill>
                  <a:srgbClr val="E86F51"/>
                </a:solidFill>
              </a:defRPr>
            </a:lvl4pPr>
            <a:lvl5pPr algn="l">
              <a:defRPr sz="1200" b="1">
                <a:solidFill>
                  <a:srgbClr val="E86F51"/>
                </a:solidFill>
              </a:defRPr>
            </a:lvl5pPr>
            <a:lvl6pPr algn="l">
              <a:defRPr sz="1200" b="1">
                <a:solidFill>
                  <a:srgbClr val="E86F51"/>
                </a:solidFill>
              </a:defRPr>
            </a:lvl6pPr>
            <a:lvl7pPr algn="l">
              <a:defRPr sz="1200" b="1">
                <a:solidFill>
                  <a:srgbClr val="E86F51"/>
                </a:solidFill>
              </a:defRPr>
            </a:lvl7pPr>
            <a:lvl8pPr algn="l">
              <a:defRPr sz="1200" b="1">
                <a:solidFill>
                  <a:srgbClr val="E86F51"/>
                </a:solidFill>
              </a:defRPr>
            </a:lvl8pPr>
            <a:lvl9pPr algn="l">
              <a:defRPr sz="1200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E86F51"/>
                </a:solidFill>
              </a:defRPr>
            </a:pPr>
            <a:r>
              <a:rPr sz="1200" b="1">
                <a:solidFill>
                  <a:srgbClr val="E86F51"/>
                </a:solidFill>
              </a:rPr>
              <a:t>Neighbourhood awareness only: no official warning, evacuation advice, depth estimate, or property flood probability.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DE853C-333D-4A30-8B3A-C65B82E8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D728BB-D3CC-4709-B2D9-777EF993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107688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78463A-F6AF-407A-B150-77C17BAD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333F48-C4E6-43AE-A2B0-5CF97CE0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Why local flood information is easy to misread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90DEB8-6981-4341-B2FD-08CB1387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DF3FA0-C01D-49BE-B52B-9835978A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33528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876387-56DB-4543-85A5-BC9CA6A2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D526FC-E163-4712-A457-E5B777C2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573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Terrain maps can mislead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EDD573-8391-443C-A699-F4241FF1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2952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Raw surface elevation may treat buildings and trees as barriers. FloodLens uses bare-earth terrain and still reports its limits.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3E993B-EEC0-4341-9D9E-4841B8DD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24000"/>
            <a:ext cx="33528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29AAC4-31EF-4323-BA42-9D973229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240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7BC1"/>
          </a:solidFill>
          <a:ln xmlns:a="http://schemas.openxmlformats.org/drawingml/2006/main" w="0">
            <a:solidFill>
              <a:srgbClr val="407BC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2249EA-D0C0-4A13-A31B-01FB8426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573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River proximity is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DFD2F4-1A1B-4999-9AA0-C25A4C94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57400"/>
            <a:ext cx="2952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A mapped river near a point does not prove hydraulic connectivity to a street or property.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31AD8E-07F3-4DE5-8211-5879643C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24000"/>
            <a:ext cx="33528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676F18-9B69-4D30-93AF-3EC26A0A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240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1"/>
          </a:solidFill>
          <a:ln xmlns:a="http://schemas.openxmlformats.org/drawingml/2006/main" w="0">
            <a:solidFill>
              <a:srgbClr val="E86F5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5580A0-1A37-4432-9891-8E8128DC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573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A score can look official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29D33E-1745-4DDC-8C85-5E1B636E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57400"/>
            <a:ext cx="2952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A simple number may be mistaken for a warning or probability. FloodLens labels its terrain score as a relative index.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C23DBB-3427-4194-9475-913B4004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108966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71C1D"/>
          </a:solidFill>
          <a:ln xmlns:a="http://schemas.openxmlformats.org/drawingml/2006/main" w="9525">
            <a:solidFill>
              <a:srgbClr val="071C1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CBAA2D-8757-49DC-B652-666949AA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6B6CF"/>
                </a:solidFill>
              </a:defRPr>
            </a:defPPr>
            <a:lvl1pPr algn="l">
              <a:defRPr sz="1350" b="1">
                <a:solidFill>
                  <a:srgbClr val="26B6CF"/>
                </a:solidFill>
              </a:defRPr>
            </a:lvl1pPr>
            <a:lvl2pPr algn="l">
              <a:defRPr sz="1350" b="1">
                <a:solidFill>
                  <a:srgbClr val="26B6CF"/>
                </a:solidFill>
              </a:defRPr>
            </a:lvl2pPr>
            <a:lvl3pPr algn="l">
              <a:defRPr sz="1350" b="1">
                <a:solidFill>
                  <a:srgbClr val="26B6CF"/>
                </a:solidFill>
              </a:defRPr>
            </a:lvl3pPr>
            <a:lvl4pPr algn="l">
              <a:defRPr sz="1350" b="1">
                <a:solidFill>
                  <a:srgbClr val="26B6CF"/>
                </a:solidFill>
              </a:defRPr>
            </a:lvl4pPr>
            <a:lvl5pPr algn="l">
              <a:defRPr sz="1350" b="1">
                <a:solidFill>
                  <a:srgbClr val="26B6CF"/>
                </a:solidFill>
              </a:defRPr>
            </a:lvl5pPr>
            <a:lvl6pPr algn="l">
              <a:defRPr sz="1350" b="1">
                <a:solidFill>
                  <a:srgbClr val="26B6CF"/>
                </a:solidFill>
              </a:defRPr>
            </a:lvl6pPr>
            <a:lvl7pPr algn="l">
              <a:defRPr sz="1350" b="1">
                <a:solidFill>
                  <a:srgbClr val="26B6CF"/>
                </a:solidFill>
              </a:defRPr>
            </a:lvl7pPr>
            <a:lvl8pPr algn="l">
              <a:defRPr sz="1350" b="1">
                <a:solidFill>
                  <a:srgbClr val="26B6CF"/>
                </a:solidFill>
              </a:defRPr>
            </a:lvl8pPr>
            <a:lvl9pPr algn="l">
              <a:defRPr sz="1350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B6CF"/>
                </a:solidFill>
              </a:defRPr>
            </a:pPr>
            <a:r>
              <a:rPr sz="1350" b="1">
                <a:solidFill>
                  <a:srgbClr val="26B6CF"/>
                </a:solidFill>
              </a:rPr>
              <a:t>Design objective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41F9C5-517F-4C5B-BA8B-EB9DA92E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  <a:lvl1pPr algn="l">
              <a:defRPr sz="2250" b="1">
                <a:solidFill>
                  <a:srgbClr val="FFFFFF"/>
                </a:solidFill>
              </a:defRPr>
            </a:lvl1pPr>
            <a:lvl2pPr algn="l">
              <a:defRPr sz="2250" b="1">
                <a:solidFill>
                  <a:srgbClr val="FFFFFF"/>
                </a:solidFill>
              </a:defRPr>
            </a:lvl2pPr>
            <a:lvl3pPr algn="l">
              <a:defRPr sz="2250" b="1">
                <a:solidFill>
                  <a:srgbClr val="FFFFFF"/>
                </a:solidFill>
              </a:defRPr>
            </a:lvl3pPr>
            <a:lvl4pPr algn="l">
              <a:defRPr sz="2250" b="1">
                <a:solidFill>
                  <a:srgbClr val="FFFFFF"/>
                </a:solidFill>
              </a:defRPr>
            </a:lvl4pPr>
            <a:lvl5pPr algn="l">
              <a:defRPr sz="2250" b="1">
                <a:solidFill>
                  <a:srgbClr val="FFFFFF"/>
                </a:solidFill>
              </a:defRPr>
            </a:lvl5pPr>
            <a:lvl6pPr algn="l">
              <a:defRPr sz="2250" b="1">
                <a:solidFill>
                  <a:srgbClr val="FFFFFF"/>
                </a:solidFill>
              </a:defRPr>
            </a:lvl6pPr>
            <a:lvl7pPr algn="l">
              <a:defRPr sz="2250" b="1">
                <a:solidFill>
                  <a:srgbClr val="FFFFFF"/>
                </a:solidFill>
              </a:defRPr>
            </a:lvl7pPr>
            <a:lvl8pPr algn="l">
              <a:defRPr sz="2250" b="1">
                <a:solidFill>
                  <a:srgbClr val="FFFFFF"/>
                </a:solidFill>
              </a:defRPr>
            </a:lvl8pPr>
            <a:lvl9pPr algn="l"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Help residents understand the water around them while showing what the data cannot establish.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4C339A-9ADC-4EFF-A946-8231DE12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4E101D-D092-47B8-8FC6-4A7AA0BB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838416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B8D6EB-601E-4967-BD90-97EE99E3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919B6E-DBF2-4E4F-A27B-C27228BD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Aim, users, and scientific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06E091-6251-465E-B748-D45558CE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7BA9B9-AA9B-4B02-B10F-552E2040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0D6B5E"/>
                </a:solidFill>
              </a:defRPr>
            </a:defPPr>
            <a:lvl1pPr algn="l">
              <a:defRPr sz="1650" b="1">
                <a:solidFill>
                  <a:srgbClr val="0D6B5E"/>
                </a:solidFill>
              </a:defRPr>
            </a:lvl1pPr>
            <a:lvl2pPr algn="l">
              <a:defRPr sz="1650" b="1">
                <a:solidFill>
                  <a:srgbClr val="0D6B5E"/>
                </a:solidFill>
              </a:defRPr>
            </a:lvl2pPr>
            <a:lvl3pPr algn="l">
              <a:defRPr sz="1650" b="1">
                <a:solidFill>
                  <a:srgbClr val="0D6B5E"/>
                </a:solidFill>
              </a:defRPr>
            </a:lvl3pPr>
            <a:lvl4pPr algn="l">
              <a:defRPr sz="1650" b="1">
                <a:solidFill>
                  <a:srgbClr val="0D6B5E"/>
                </a:solidFill>
              </a:defRPr>
            </a:lvl4pPr>
            <a:lvl5pPr algn="l">
              <a:defRPr sz="1650" b="1">
                <a:solidFill>
                  <a:srgbClr val="0D6B5E"/>
                </a:solidFill>
              </a:defRPr>
            </a:lvl5pPr>
            <a:lvl6pPr algn="l">
              <a:defRPr sz="1650" b="1">
                <a:solidFill>
                  <a:srgbClr val="0D6B5E"/>
                </a:solidFill>
              </a:defRPr>
            </a:lvl6pPr>
            <a:lvl7pPr algn="l">
              <a:defRPr sz="1650" b="1">
                <a:solidFill>
                  <a:srgbClr val="0D6B5E"/>
                </a:solidFill>
              </a:defRPr>
            </a:lvl7pPr>
            <a:lvl8pPr algn="l">
              <a:defRPr sz="1650" b="1">
                <a:solidFill>
                  <a:srgbClr val="0D6B5E"/>
                </a:solidFill>
              </a:defRPr>
            </a:lvl8pPr>
            <a:lvl9pPr algn="l">
              <a:defRPr sz="16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D6B5E"/>
                </a:solidFill>
              </a:defRPr>
            </a:pPr>
            <a:r>
              <a:rPr sz="1650" b="1">
                <a:solidFill>
                  <a:srgbClr val="0D6B5E"/>
                </a:solidFill>
              </a:rPr>
              <a:t>What FloodLens provides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CCE208-4550-45FB-86BF-49DB5F99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66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827FF1-4262-4A8F-BC9D-0F865EDB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472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2A"/>
                </a:solidFill>
              </a:defRPr>
            </a:defPPr>
            <a:lvl1pPr algn="l">
              <a:defRPr sz="1275" b="0">
                <a:solidFill>
                  <a:srgbClr val="102A2A"/>
                </a:solidFill>
              </a:defRPr>
            </a:lvl1pPr>
            <a:lvl2pPr algn="l">
              <a:defRPr sz="1275" b="0">
                <a:solidFill>
                  <a:srgbClr val="102A2A"/>
                </a:solidFill>
              </a:defRPr>
            </a:lvl2pPr>
            <a:lvl3pPr algn="l">
              <a:defRPr sz="1275" b="0">
                <a:solidFill>
                  <a:srgbClr val="102A2A"/>
                </a:solidFill>
              </a:defRPr>
            </a:lvl3pPr>
            <a:lvl4pPr algn="l">
              <a:defRPr sz="1275" b="0">
                <a:solidFill>
                  <a:srgbClr val="102A2A"/>
                </a:solidFill>
              </a:defRPr>
            </a:lvl4pPr>
            <a:lvl5pPr algn="l">
              <a:defRPr sz="1275" b="0">
                <a:solidFill>
                  <a:srgbClr val="102A2A"/>
                </a:solidFill>
              </a:defRPr>
            </a:lvl5pPr>
            <a:lvl6pPr algn="l">
              <a:defRPr sz="1275" b="0">
                <a:solidFill>
                  <a:srgbClr val="102A2A"/>
                </a:solidFill>
              </a:defRPr>
            </a:lvl6pPr>
            <a:lvl7pPr algn="l">
              <a:defRPr sz="1275" b="0">
                <a:solidFill>
                  <a:srgbClr val="102A2A"/>
                </a:solidFill>
              </a:defRPr>
            </a:lvl7pPr>
            <a:lvl8pPr algn="l">
              <a:defRPr sz="1275" b="0">
                <a:solidFill>
                  <a:srgbClr val="102A2A"/>
                </a:solidFill>
              </a:defRPr>
            </a:lvl8pPr>
            <a:lvl9pPr algn="l">
              <a:defRPr sz="1275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2A"/>
                </a:solidFill>
              </a:defRPr>
            </a:pPr>
            <a:r>
              <a:rPr sz="1275" b="0">
                <a:solidFill>
                  <a:srgbClr val="102A2A"/>
                </a:solidFill>
              </a:rPr>
              <a:t>Relative terrain susceptibility inside a selected local circle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B90E1C-3E47-4CC4-84FE-6DCA3F71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5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ABE2E3-B9E4-446E-91F4-0C952CA3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38425"/>
            <a:ext cx="472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2A"/>
                </a:solidFill>
              </a:defRPr>
            </a:defPPr>
            <a:lvl1pPr algn="l">
              <a:defRPr sz="1275" b="0">
                <a:solidFill>
                  <a:srgbClr val="102A2A"/>
                </a:solidFill>
              </a:defRPr>
            </a:lvl1pPr>
            <a:lvl2pPr algn="l">
              <a:defRPr sz="1275" b="0">
                <a:solidFill>
                  <a:srgbClr val="102A2A"/>
                </a:solidFill>
              </a:defRPr>
            </a:lvl2pPr>
            <a:lvl3pPr algn="l">
              <a:defRPr sz="1275" b="0">
                <a:solidFill>
                  <a:srgbClr val="102A2A"/>
                </a:solidFill>
              </a:defRPr>
            </a:lvl3pPr>
            <a:lvl4pPr algn="l">
              <a:defRPr sz="1275" b="0">
                <a:solidFill>
                  <a:srgbClr val="102A2A"/>
                </a:solidFill>
              </a:defRPr>
            </a:lvl4pPr>
            <a:lvl5pPr algn="l">
              <a:defRPr sz="1275" b="0">
                <a:solidFill>
                  <a:srgbClr val="102A2A"/>
                </a:solidFill>
              </a:defRPr>
            </a:lvl5pPr>
            <a:lvl6pPr algn="l">
              <a:defRPr sz="1275" b="0">
                <a:solidFill>
                  <a:srgbClr val="102A2A"/>
                </a:solidFill>
              </a:defRPr>
            </a:lvl6pPr>
            <a:lvl7pPr algn="l">
              <a:defRPr sz="1275" b="0">
                <a:solidFill>
                  <a:srgbClr val="102A2A"/>
                </a:solidFill>
              </a:defRPr>
            </a:lvl7pPr>
            <a:lvl8pPr algn="l">
              <a:defRPr sz="1275" b="0">
                <a:solidFill>
                  <a:srgbClr val="102A2A"/>
                </a:solidFill>
              </a:defRPr>
            </a:lvl8pPr>
            <a:lvl9pPr algn="l">
              <a:defRPr sz="1275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2A"/>
                </a:solidFill>
              </a:defRPr>
            </a:pPr>
            <a:r>
              <a:rPr sz="1275" b="0">
                <a:solidFill>
                  <a:srgbClr val="102A2A"/>
                </a:solidFill>
              </a:rPr>
              <a:t>48-hour forecast rainfall context from Open-Meteo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BAC696-2050-4229-B943-4D8E8D3E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38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2AFC5D-070F-4CC3-9FD7-8B5D71E6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24225"/>
            <a:ext cx="472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2A"/>
                </a:solidFill>
              </a:defRPr>
            </a:defPPr>
            <a:lvl1pPr algn="l">
              <a:defRPr sz="1275" b="0">
                <a:solidFill>
                  <a:srgbClr val="102A2A"/>
                </a:solidFill>
              </a:defRPr>
            </a:lvl1pPr>
            <a:lvl2pPr algn="l">
              <a:defRPr sz="1275" b="0">
                <a:solidFill>
                  <a:srgbClr val="102A2A"/>
                </a:solidFill>
              </a:defRPr>
            </a:lvl2pPr>
            <a:lvl3pPr algn="l">
              <a:defRPr sz="1275" b="0">
                <a:solidFill>
                  <a:srgbClr val="102A2A"/>
                </a:solidFill>
              </a:defRPr>
            </a:lvl3pPr>
            <a:lvl4pPr algn="l">
              <a:defRPr sz="1275" b="0">
                <a:solidFill>
                  <a:srgbClr val="102A2A"/>
                </a:solidFill>
              </a:defRPr>
            </a:lvl4pPr>
            <a:lvl5pPr algn="l">
              <a:defRPr sz="1275" b="0">
                <a:solidFill>
                  <a:srgbClr val="102A2A"/>
                </a:solidFill>
              </a:defRPr>
            </a:lvl5pPr>
            <a:lvl6pPr algn="l">
              <a:defRPr sz="1275" b="0">
                <a:solidFill>
                  <a:srgbClr val="102A2A"/>
                </a:solidFill>
              </a:defRPr>
            </a:lvl6pPr>
            <a:lvl7pPr algn="l">
              <a:defRPr sz="1275" b="0">
                <a:solidFill>
                  <a:srgbClr val="102A2A"/>
                </a:solidFill>
              </a:defRPr>
            </a:lvl7pPr>
            <a:lvl8pPr algn="l">
              <a:defRPr sz="1275" b="0">
                <a:solidFill>
                  <a:srgbClr val="102A2A"/>
                </a:solidFill>
              </a:defRPr>
            </a:lvl8pPr>
            <a:lvl9pPr algn="l">
              <a:defRPr sz="1275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2A"/>
                </a:solidFill>
              </a:defRPr>
            </a:pPr>
            <a:r>
              <a:rPr sz="1275" b="0">
                <a:solidFill>
                  <a:srgbClr val="102A2A"/>
                </a:solidFill>
              </a:rPr>
              <a:t>Containing basin, upstream basin, and nearby mapped-river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D86EDF-F7A0-46C9-9B54-7374EC4A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24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C28DE7-D180-41C6-9F28-AA22D56B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0025"/>
            <a:ext cx="472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2A"/>
                </a:solidFill>
              </a:defRPr>
            </a:defPPr>
            <a:lvl1pPr algn="l">
              <a:defRPr sz="1275" b="0">
                <a:solidFill>
                  <a:srgbClr val="102A2A"/>
                </a:solidFill>
              </a:defRPr>
            </a:lvl1pPr>
            <a:lvl2pPr algn="l">
              <a:defRPr sz="1275" b="0">
                <a:solidFill>
                  <a:srgbClr val="102A2A"/>
                </a:solidFill>
              </a:defRPr>
            </a:lvl2pPr>
            <a:lvl3pPr algn="l">
              <a:defRPr sz="1275" b="0">
                <a:solidFill>
                  <a:srgbClr val="102A2A"/>
                </a:solidFill>
              </a:defRPr>
            </a:lvl3pPr>
            <a:lvl4pPr algn="l">
              <a:defRPr sz="1275" b="0">
                <a:solidFill>
                  <a:srgbClr val="102A2A"/>
                </a:solidFill>
              </a:defRPr>
            </a:lvl4pPr>
            <a:lvl5pPr algn="l">
              <a:defRPr sz="1275" b="0">
                <a:solidFill>
                  <a:srgbClr val="102A2A"/>
                </a:solidFill>
              </a:defRPr>
            </a:lvl5pPr>
            <a:lvl6pPr algn="l">
              <a:defRPr sz="1275" b="0">
                <a:solidFill>
                  <a:srgbClr val="102A2A"/>
                </a:solidFill>
              </a:defRPr>
            </a:lvl6pPr>
            <a:lvl7pPr algn="l">
              <a:defRPr sz="1275" b="0">
                <a:solidFill>
                  <a:srgbClr val="102A2A"/>
                </a:solidFill>
              </a:defRPr>
            </a:lvl7pPr>
            <a:lvl8pPr algn="l">
              <a:defRPr sz="1275" b="0">
                <a:solidFill>
                  <a:srgbClr val="102A2A"/>
                </a:solidFill>
              </a:defRPr>
            </a:lvl8pPr>
            <a:lvl9pPr algn="l">
              <a:defRPr sz="1275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2A"/>
                </a:solidFill>
              </a:defRPr>
            </a:pPr>
            <a:r>
              <a:rPr sz="1275" b="0">
                <a:solidFill>
                  <a:srgbClr val="102A2A"/>
                </a:solidFill>
              </a:rPr>
              <a:t>Explicit unavailable and outside-coverage results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2DB8FB-B1D2-424E-9739-C248625C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E86F51"/>
                </a:solidFill>
              </a:defRPr>
            </a:defPPr>
            <a:lvl1pPr algn="l">
              <a:defRPr sz="1650" b="1">
                <a:solidFill>
                  <a:srgbClr val="E86F51"/>
                </a:solidFill>
              </a:defRPr>
            </a:lvl1pPr>
            <a:lvl2pPr algn="l">
              <a:defRPr sz="1650" b="1">
                <a:solidFill>
                  <a:srgbClr val="E86F51"/>
                </a:solidFill>
              </a:defRPr>
            </a:lvl2pPr>
            <a:lvl3pPr algn="l">
              <a:defRPr sz="1650" b="1">
                <a:solidFill>
                  <a:srgbClr val="E86F51"/>
                </a:solidFill>
              </a:defRPr>
            </a:lvl3pPr>
            <a:lvl4pPr algn="l">
              <a:defRPr sz="1650" b="1">
                <a:solidFill>
                  <a:srgbClr val="E86F51"/>
                </a:solidFill>
              </a:defRPr>
            </a:lvl4pPr>
            <a:lvl5pPr algn="l">
              <a:defRPr sz="1650" b="1">
                <a:solidFill>
                  <a:srgbClr val="E86F51"/>
                </a:solidFill>
              </a:defRPr>
            </a:lvl5pPr>
            <a:lvl6pPr algn="l">
              <a:defRPr sz="1650" b="1">
                <a:solidFill>
                  <a:srgbClr val="E86F51"/>
                </a:solidFill>
              </a:defRPr>
            </a:lvl6pPr>
            <a:lvl7pPr algn="l">
              <a:defRPr sz="1650" b="1">
                <a:solidFill>
                  <a:srgbClr val="E86F51"/>
                </a:solidFill>
              </a:defRPr>
            </a:lvl7pPr>
            <a:lvl8pPr algn="l">
              <a:defRPr sz="1650" b="1">
                <a:solidFill>
                  <a:srgbClr val="E86F51"/>
                </a:solidFill>
              </a:defRPr>
            </a:lvl8pPr>
            <a:lvl9pPr algn="l">
              <a:defRPr sz="1650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E86F51"/>
                </a:solidFill>
              </a:defRPr>
            </a:pPr>
            <a:r>
              <a:rPr sz="1650" b="1">
                <a:solidFill>
                  <a:srgbClr val="E86F51"/>
                </a:solidFill>
              </a:rPr>
              <a:t>What the project does not claim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1773D6-AA91-4533-9726-2FA5A412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66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710914-CDD5-450A-8D09-6EFCE4F8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52625"/>
            <a:ext cx="472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2A"/>
                </a:solidFill>
              </a:defRPr>
            </a:defPPr>
            <a:lvl1pPr algn="l">
              <a:defRPr sz="1275" b="0">
                <a:solidFill>
                  <a:srgbClr val="102A2A"/>
                </a:solidFill>
              </a:defRPr>
            </a:lvl1pPr>
            <a:lvl2pPr algn="l">
              <a:defRPr sz="1275" b="0">
                <a:solidFill>
                  <a:srgbClr val="102A2A"/>
                </a:solidFill>
              </a:defRPr>
            </a:lvl2pPr>
            <a:lvl3pPr algn="l">
              <a:defRPr sz="1275" b="0">
                <a:solidFill>
                  <a:srgbClr val="102A2A"/>
                </a:solidFill>
              </a:defRPr>
            </a:lvl3pPr>
            <a:lvl4pPr algn="l">
              <a:defRPr sz="1275" b="0">
                <a:solidFill>
                  <a:srgbClr val="102A2A"/>
                </a:solidFill>
              </a:defRPr>
            </a:lvl4pPr>
            <a:lvl5pPr algn="l">
              <a:defRPr sz="1275" b="0">
                <a:solidFill>
                  <a:srgbClr val="102A2A"/>
                </a:solidFill>
              </a:defRPr>
            </a:lvl5pPr>
            <a:lvl6pPr algn="l">
              <a:defRPr sz="1275" b="0">
                <a:solidFill>
                  <a:srgbClr val="102A2A"/>
                </a:solidFill>
              </a:defRPr>
            </a:lvl6pPr>
            <a:lvl7pPr algn="l">
              <a:defRPr sz="1275" b="0">
                <a:solidFill>
                  <a:srgbClr val="102A2A"/>
                </a:solidFill>
              </a:defRPr>
            </a:lvl7pPr>
            <a:lvl8pPr algn="l">
              <a:defRPr sz="1275" b="0">
                <a:solidFill>
                  <a:srgbClr val="102A2A"/>
                </a:solidFill>
              </a:defRPr>
            </a:lvl8pPr>
            <a:lvl9pPr algn="l">
              <a:defRPr sz="1275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2A"/>
                </a:solidFill>
              </a:defRPr>
            </a:pPr>
            <a:r>
              <a:rPr sz="1275" b="0">
                <a:solidFill>
                  <a:srgbClr val="102A2A"/>
                </a:solidFill>
              </a:rPr>
              <a:t>An official alert or evacuation service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D64C9A-3691-4E2B-B14E-4DFD8E01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5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D29950-A8D3-4424-A450-29411BC5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38425"/>
            <a:ext cx="472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2A"/>
                </a:solidFill>
              </a:defRPr>
            </a:defPPr>
            <a:lvl1pPr algn="l">
              <a:defRPr sz="1275" b="0">
                <a:solidFill>
                  <a:srgbClr val="102A2A"/>
                </a:solidFill>
              </a:defRPr>
            </a:lvl1pPr>
            <a:lvl2pPr algn="l">
              <a:defRPr sz="1275" b="0">
                <a:solidFill>
                  <a:srgbClr val="102A2A"/>
                </a:solidFill>
              </a:defRPr>
            </a:lvl2pPr>
            <a:lvl3pPr algn="l">
              <a:defRPr sz="1275" b="0">
                <a:solidFill>
                  <a:srgbClr val="102A2A"/>
                </a:solidFill>
              </a:defRPr>
            </a:lvl3pPr>
            <a:lvl4pPr algn="l">
              <a:defRPr sz="1275" b="0">
                <a:solidFill>
                  <a:srgbClr val="102A2A"/>
                </a:solidFill>
              </a:defRPr>
            </a:lvl4pPr>
            <a:lvl5pPr algn="l">
              <a:defRPr sz="1275" b="0">
                <a:solidFill>
                  <a:srgbClr val="102A2A"/>
                </a:solidFill>
              </a:defRPr>
            </a:lvl5pPr>
            <a:lvl6pPr algn="l">
              <a:defRPr sz="1275" b="0">
                <a:solidFill>
                  <a:srgbClr val="102A2A"/>
                </a:solidFill>
              </a:defRPr>
            </a:lvl6pPr>
            <a:lvl7pPr algn="l">
              <a:defRPr sz="1275" b="0">
                <a:solidFill>
                  <a:srgbClr val="102A2A"/>
                </a:solidFill>
              </a:defRPr>
            </a:lvl7pPr>
            <a:lvl8pPr algn="l">
              <a:defRPr sz="1275" b="0">
                <a:solidFill>
                  <a:srgbClr val="102A2A"/>
                </a:solidFill>
              </a:defRPr>
            </a:lvl8pPr>
            <a:lvl9pPr algn="l">
              <a:defRPr sz="1275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2A"/>
                </a:solidFill>
              </a:defRPr>
            </a:pPr>
            <a:r>
              <a:rPr sz="1275" b="0">
                <a:solidFill>
                  <a:srgbClr val="102A2A"/>
                </a:solidFill>
              </a:rPr>
              <a:t>A flood depth or property-level probability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D77A28-A437-4FE3-B0E6-138294C8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38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B0898F-48D0-4CFA-B778-6C38C456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24225"/>
            <a:ext cx="472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2A"/>
                </a:solidFill>
              </a:defRPr>
            </a:defPPr>
            <a:lvl1pPr algn="l">
              <a:defRPr sz="1275" b="0">
                <a:solidFill>
                  <a:srgbClr val="102A2A"/>
                </a:solidFill>
              </a:defRPr>
            </a:lvl1pPr>
            <a:lvl2pPr algn="l">
              <a:defRPr sz="1275" b="0">
                <a:solidFill>
                  <a:srgbClr val="102A2A"/>
                </a:solidFill>
              </a:defRPr>
            </a:lvl2pPr>
            <a:lvl3pPr algn="l">
              <a:defRPr sz="1275" b="0">
                <a:solidFill>
                  <a:srgbClr val="102A2A"/>
                </a:solidFill>
              </a:defRPr>
            </a:lvl3pPr>
            <a:lvl4pPr algn="l">
              <a:defRPr sz="1275" b="0">
                <a:solidFill>
                  <a:srgbClr val="102A2A"/>
                </a:solidFill>
              </a:defRPr>
            </a:lvl4pPr>
            <a:lvl5pPr algn="l">
              <a:defRPr sz="1275" b="0">
                <a:solidFill>
                  <a:srgbClr val="102A2A"/>
                </a:solidFill>
              </a:defRPr>
            </a:lvl5pPr>
            <a:lvl6pPr algn="l">
              <a:defRPr sz="1275" b="0">
                <a:solidFill>
                  <a:srgbClr val="102A2A"/>
                </a:solidFill>
              </a:defRPr>
            </a:lvl6pPr>
            <a:lvl7pPr algn="l">
              <a:defRPr sz="1275" b="0">
                <a:solidFill>
                  <a:srgbClr val="102A2A"/>
                </a:solidFill>
              </a:defRPr>
            </a:lvl7pPr>
            <a:lvl8pPr algn="l">
              <a:defRPr sz="1275" b="0">
                <a:solidFill>
                  <a:srgbClr val="102A2A"/>
                </a:solidFill>
              </a:defRPr>
            </a:lvl8pPr>
            <a:lvl9pPr algn="l">
              <a:defRPr sz="1275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2A"/>
                </a:solidFill>
              </a:defRPr>
            </a:pPr>
            <a:r>
              <a:rPr sz="1275" b="0">
                <a:solidFill>
                  <a:srgbClr val="102A2A"/>
                </a:solidFill>
              </a:rPr>
              <a:t>Proof that a nearby river will affect a selected property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FC6914-EB1C-4432-A971-E9F386B5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24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29C624-0941-479C-A33F-06A304A9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10025"/>
            <a:ext cx="472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2A"/>
                </a:solidFill>
              </a:defRPr>
            </a:defPPr>
            <a:lvl1pPr algn="l">
              <a:defRPr sz="1275" b="0">
                <a:solidFill>
                  <a:srgbClr val="102A2A"/>
                </a:solidFill>
              </a:defRPr>
            </a:lvl1pPr>
            <a:lvl2pPr algn="l">
              <a:defRPr sz="1275" b="0">
                <a:solidFill>
                  <a:srgbClr val="102A2A"/>
                </a:solidFill>
              </a:defRPr>
            </a:lvl2pPr>
            <a:lvl3pPr algn="l">
              <a:defRPr sz="1275" b="0">
                <a:solidFill>
                  <a:srgbClr val="102A2A"/>
                </a:solidFill>
              </a:defRPr>
            </a:lvl3pPr>
            <a:lvl4pPr algn="l">
              <a:defRPr sz="1275" b="0">
                <a:solidFill>
                  <a:srgbClr val="102A2A"/>
                </a:solidFill>
              </a:defRPr>
            </a:lvl4pPr>
            <a:lvl5pPr algn="l">
              <a:defRPr sz="1275" b="0">
                <a:solidFill>
                  <a:srgbClr val="102A2A"/>
                </a:solidFill>
              </a:defRPr>
            </a:lvl5pPr>
            <a:lvl6pPr algn="l">
              <a:defRPr sz="1275" b="0">
                <a:solidFill>
                  <a:srgbClr val="102A2A"/>
                </a:solidFill>
              </a:defRPr>
            </a:lvl6pPr>
            <a:lvl7pPr algn="l">
              <a:defRPr sz="1275" b="0">
                <a:solidFill>
                  <a:srgbClr val="102A2A"/>
                </a:solidFill>
              </a:defRPr>
            </a:lvl7pPr>
            <a:lvl8pPr algn="l">
              <a:defRPr sz="1275" b="0">
                <a:solidFill>
                  <a:srgbClr val="102A2A"/>
                </a:solidFill>
              </a:defRPr>
            </a:lvl8pPr>
            <a:lvl9pPr algn="l">
              <a:defRPr sz="1275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2A"/>
                </a:solidFill>
              </a:defRPr>
            </a:pPr>
            <a:r>
              <a:rPr sz="1275" b="0">
                <a:solidFill>
                  <a:srgbClr val="102A2A"/>
                </a:solidFill>
              </a:rPr>
              <a:t>Global coverage beyond imported regions and mounted terrain tiles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2D2C75-2E5F-4FB0-83C3-087D0E92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08966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9E0CF"/>
          </a:solidFill>
          <a:ln xmlns:a="http://schemas.openxmlformats.org/drawingml/2006/main" w="9525">
            <a:solidFill>
              <a:srgbClr val="E9E0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FB5FB4-660E-42CF-8FF3-E26C8F76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14975"/>
            <a:ext cx="1043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02A2A"/>
                </a:solidFill>
              </a:defRPr>
            </a:defPPr>
            <a:lvl1pPr algn="ctr">
              <a:defRPr sz="1350" b="1">
                <a:solidFill>
                  <a:srgbClr val="102A2A"/>
                </a:solidFill>
              </a:defRPr>
            </a:lvl1pPr>
            <a:lvl2pPr algn="ctr">
              <a:defRPr sz="1350" b="1">
                <a:solidFill>
                  <a:srgbClr val="102A2A"/>
                </a:solidFill>
              </a:defRPr>
            </a:lvl2pPr>
            <a:lvl3pPr algn="ctr">
              <a:defRPr sz="1350" b="1">
                <a:solidFill>
                  <a:srgbClr val="102A2A"/>
                </a:solidFill>
              </a:defRPr>
            </a:lvl3pPr>
            <a:lvl4pPr algn="ctr">
              <a:defRPr sz="1350" b="1">
                <a:solidFill>
                  <a:srgbClr val="102A2A"/>
                </a:solidFill>
              </a:defRPr>
            </a:lvl4pPr>
            <a:lvl5pPr algn="ctr">
              <a:defRPr sz="1350" b="1">
                <a:solidFill>
                  <a:srgbClr val="102A2A"/>
                </a:solidFill>
              </a:defRPr>
            </a:lvl5pPr>
            <a:lvl6pPr algn="ctr">
              <a:defRPr sz="1350" b="1">
                <a:solidFill>
                  <a:srgbClr val="102A2A"/>
                </a:solidFill>
              </a:defRPr>
            </a:lvl6pPr>
            <a:lvl7pPr algn="ctr">
              <a:defRPr sz="1350" b="1">
                <a:solidFill>
                  <a:srgbClr val="102A2A"/>
                </a:solidFill>
              </a:defRPr>
            </a:lvl7pPr>
            <a:lvl8pPr algn="ctr">
              <a:defRPr sz="1350" b="1">
                <a:solidFill>
                  <a:srgbClr val="102A2A"/>
                </a:solidFill>
              </a:defRPr>
            </a:lvl8pPr>
            <a:lvl9pPr algn="ctr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The assessment circle is a user-selected area. It is different from a watershed.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B42323-59D9-4EEC-B072-C5136CBE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B69A64-2CA0-4FDA-A794-C5B3C711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401221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4DECD5-2CC0-4F0E-B4F8-B29469BD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589304-F549-4A21-93A8-DA5B8C94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Data sources and their roles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D76DB8-60F6-40BD-93D4-B3694BEE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41D351-7CEE-4068-9041-27067F5B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896600" cy="4095750"/>
          </a:xfrm>
          <a:prstGeom xmlns:a="http://schemas.openxmlformats.org/drawingml/2006/main" prst="roundRect">
            <a:avLst>
              <a:gd name="adj" fmla="val 3256"/>
            </a:avLst>
          </a:prstGeom>
          <a:solidFill xmlns:a="http://schemas.openxmlformats.org/drawingml/2006/main">
            <a:srgbClr val="F5F7F3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140018-7ACB-4065-8215-E54C198C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859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D6B5E"/>
                </a:solidFill>
              </a:defRPr>
            </a:defPPr>
            <a:lvl1pPr algn="l">
              <a:defRPr sz="975" b="1">
                <a:solidFill>
                  <a:srgbClr val="0D6B5E"/>
                </a:solidFill>
              </a:defRPr>
            </a:lvl1pPr>
            <a:lvl2pPr algn="l">
              <a:defRPr sz="975" b="1">
                <a:solidFill>
                  <a:srgbClr val="0D6B5E"/>
                </a:solidFill>
              </a:defRPr>
            </a:lvl2pPr>
            <a:lvl3pPr algn="l">
              <a:defRPr sz="975" b="1">
                <a:solidFill>
                  <a:srgbClr val="0D6B5E"/>
                </a:solidFill>
              </a:defRPr>
            </a:lvl3pPr>
            <a:lvl4pPr algn="l">
              <a:defRPr sz="975" b="1">
                <a:solidFill>
                  <a:srgbClr val="0D6B5E"/>
                </a:solidFill>
              </a:defRPr>
            </a:lvl4pPr>
            <a:lvl5pPr algn="l">
              <a:defRPr sz="975" b="1">
                <a:solidFill>
                  <a:srgbClr val="0D6B5E"/>
                </a:solidFill>
              </a:defRPr>
            </a:lvl5pPr>
            <a:lvl6pPr algn="l">
              <a:defRPr sz="975" b="1">
                <a:solidFill>
                  <a:srgbClr val="0D6B5E"/>
                </a:solidFill>
              </a:defRPr>
            </a:lvl6pPr>
            <a:lvl7pPr algn="l">
              <a:defRPr sz="975" b="1">
                <a:solidFill>
                  <a:srgbClr val="0D6B5E"/>
                </a:solidFill>
              </a:defRPr>
            </a:lvl7pPr>
            <a:lvl8pPr algn="l">
              <a:defRPr sz="975" b="1">
                <a:solidFill>
                  <a:srgbClr val="0D6B5E"/>
                </a:solidFill>
              </a:defRPr>
            </a:lvl8pPr>
            <a:lvl9pPr algn="l">
              <a:defRPr sz="97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D6B5E"/>
                </a:solidFill>
              </a:defRPr>
            </a:pPr>
            <a:r>
              <a:rPr sz="975" b="1">
                <a:solidFill>
                  <a:srgbClr val="0D6B5E"/>
                </a:solidFill>
              </a:rPr>
              <a:t>SOURCE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61EE12-C066-43B7-A18D-3C6E0580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4859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D6B5E"/>
                </a:solidFill>
              </a:defRPr>
            </a:defPPr>
            <a:lvl1pPr algn="l">
              <a:defRPr sz="975" b="1">
                <a:solidFill>
                  <a:srgbClr val="0D6B5E"/>
                </a:solidFill>
              </a:defRPr>
            </a:lvl1pPr>
            <a:lvl2pPr algn="l">
              <a:defRPr sz="975" b="1">
                <a:solidFill>
                  <a:srgbClr val="0D6B5E"/>
                </a:solidFill>
              </a:defRPr>
            </a:lvl2pPr>
            <a:lvl3pPr algn="l">
              <a:defRPr sz="975" b="1">
                <a:solidFill>
                  <a:srgbClr val="0D6B5E"/>
                </a:solidFill>
              </a:defRPr>
            </a:lvl3pPr>
            <a:lvl4pPr algn="l">
              <a:defRPr sz="975" b="1">
                <a:solidFill>
                  <a:srgbClr val="0D6B5E"/>
                </a:solidFill>
              </a:defRPr>
            </a:lvl4pPr>
            <a:lvl5pPr algn="l">
              <a:defRPr sz="975" b="1">
                <a:solidFill>
                  <a:srgbClr val="0D6B5E"/>
                </a:solidFill>
              </a:defRPr>
            </a:lvl5pPr>
            <a:lvl6pPr algn="l">
              <a:defRPr sz="975" b="1">
                <a:solidFill>
                  <a:srgbClr val="0D6B5E"/>
                </a:solidFill>
              </a:defRPr>
            </a:lvl6pPr>
            <a:lvl7pPr algn="l">
              <a:defRPr sz="975" b="1">
                <a:solidFill>
                  <a:srgbClr val="0D6B5E"/>
                </a:solidFill>
              </a:defRPr>
            </a:lvl7pPr>
            <a:lvl8pPr algn="l">
              <a:defRPr sz="975" b="1">
                <a:solidFill>
                  <a:srgbClr val="0D6B5E"/>
                </a:solidFill>
              </a:defRPr>
            </a:lvl8pPr>
            <a:lvl9pPr algn="l">
              <a:defRPr sz="97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D6B5E"/>
                </a:solidFill>
              </a:defRPr>
            </a:pPr>
            <a:r>
              <a:rPr sz="975" b="1">
                <a:solidFill>
                  <a:srgbClr val="0D6B5E"/>
                </a:solidFill>
              </a:rPr>
              <a:t>USE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F0DC58-64D6-4332-BD13-4A8B7B62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485900"/>
            <a:ext cx="546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D6B5E"/>
                </a:solidFill>
              </a:defRPr>
            </a:defPPr>
            <a:lvl1pPr algn="l">
              <a:defRPr sz="975" b="1">
                <a:solidFill>
                  <a:srgbClr val="0D6B5E"/>
                </a:solidFill>
              </a:defRPr>
            </a:lvl1pPr>
            <a:lvl2pPr algn="l">
              <a:defRPr sz="975" b="1">
                <a:solidFill>
                  <a:srgbClr val="0D6B5E"/>
                </a:solidFill>
              </a:defRPr>
            </a:lvl2pPr>
            <a:lvl3pPr algn="l">
              <a:defRPr sz="975" b="1">
                <a:solidFill>
                  <a:srgbClr val="0D6B5E"/>
                </a:solidFill>
              </a:defRPr>
            </a:lvl3pPr>
            <a:lvl4pPr algn="l">
              <a:defRPr sz="975" b="1">
                <a:solidFill>
                  <a:srgbClr val="0D6B5E"/>
                </a:solidFill>
              </a:defRPr>
            </a:lvl4pPr>
            <a:lvl5pPr algn="l">
              <a:defRPr sz="975" b="1">
                <a:solidFill>
                  <a:srgbClr val="0D6B5E"/>
                </a:solidFill>
              </a:defRPr>
            </a:lvl5pPr>
            <a:lvl6pPr algn="l">
              <a:defRPr sz="975" b="1">
                <a:solidFill>
                  <a:srgbClr val="0D6B5E"/>
                </a:solidFill>
              </a:defRPr>
            </a:lvl6pPr>
            <a:lvl7pPr algn="l">
              <a:defRPr sz="975" b="1">
                <a:solidFill>
                  <a:srgbClr val="0D6B5E"/>
                </a:solidFill>
              </a:defRPr>
            </a:lvl7pPr>
            <a:lvl8pPr algn="l">
              <a:defRPr sz="975" b="1">
                <a:solidFill>
                  <a:srgbClr val="0D6B5E"/>
                </a:solidFill>
              </a:defRPr>
            </a:lvl8pPr>
            <a:lvl9pPr algn="l">
              <a:defRPr sz="97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D6B5E"/>
                </a:solidFill>
              </a:defRPr>
            </a:pPr>
            <a:r>
              <a:rPr sz="975" b="1">
                <a:solidFill>
                  <a:srgbClr val="0D6B5E"/>
                </a:solidFill>
              </a:rPr>
              <a:t>IMPORTANT LIMIT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11B82A-D3A2-42EF-B48D-F115274C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10706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0">
            <a:solidFill>
              <a:srgbClr val="EDF2E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074E5A-3075-4068-8671-0E1184FE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A2A"/>
                </a:solidFill>
              </a:defRPr>
            </a:defPPr>
            <a:lvl1pPr algn="l">
              <a:defRPr sz="1125" b="1">
                <a:solidFill>
                  <a:srgbClr val="102A2A"/>
                </a:solidFill>
              </a:defRPr>
            </a:lvl1pPr>
            <a:lvl2pPr algn="l">
              <a:defRPr sz="1125" b="1">
                <a:solidFill>
                  <a:srgbClr val="102A2A"/>
                </a:solidFill>
              </a:defRPr>
            </a:lvl2pPr>
            <a:lvl3pPr algn="l">
              <a:defRPr sz="1125" b="1">
                <a:solidFill>
                  <a:srgbClr val="102A2A"/>
                </a:solidFill>
              </a:defRPr>
            </a:lvl3pPr>
            <a:lvl4pPr algn="l">
              <a:defRPr sz="1125" b="1">
                <a:solidFill>
                  <a:srgbClr val="102A2A"/>
                </a:solidFill>
              </a:defRPr>
            </a:lvl4pPr>
            <a:lvl5pPr algn="l">
              <a:defRPr sz="1125" b="1">
                <a:solidFill>
                  <a:srgbClr val="102A2A"/>
                </a:solidFill>
              </a:defRPr>
            </a:lvl5pPr>
            <a:lvl6pPr algn="l">
              <a:defRPr sz="1125" b="1">
                <a:solidFill>
                  <a:srgbClr val="102A2A"/>
                </a:solidFill>
              </a:defRPr>
            </a:lvl6pPr>
            <a:lvl7pPr algn="l">
              <a:defRPr sz="1125" b="1">
                <a:solidFill>
                  <a:srgbClr val="102A2A"/>
                </a:solidFill>
              </a:defRPr>
            </a:lvl7pPr>
            <a:lvl8pPr algn="l">
              <a:defRPr sz="1125" b="1">
                <a:solidFill>
                  <a:srgbClr val="102A2A"/>
                </a:solidFill>
              </a:defRPr>
            </a:lvl8pPr>
            <a:lvl9pPr algn="l">
              <a:defRPr sz="11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A2A"/>
                </a:solidFill>
              </a:defRPr>
            </a:pPr>
            <a:r>
              <a:rPr sz="1125" b="1">
                <a:solidFill>
                  <a:srgbClr val="102A2A"/>
                </a:solidFill>
              </a:rPr>
              <a:t>FABDEM v1.2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12012A-EC45-4FFE-8AD1-EB0A33C8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8669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02A2A"/>
                </a:solidFill>
              </a:defRPr>
            </a:defPPr>
            <a:lvl1pPr algn="l">
              <a:defRPr sz="1050" b="0">
                <a:solidFill>
                  <a:srgbClr val="102A2A"/>
                </a:solidFill>
              </a:defRPr>
            </a:lvl1pPr>
            <a:lvl2pPr algn="l">
              <a:defRPr sz="1050" b="0">
                <a:solidFill>
                  <a:srgbClr val="102A2A"/>
                </a:solidFill>
              </a:defRPr>
            </a:lvl2pPr>
            <a:lvl3pPr algn="l">
              <a:defRPr sz="1050" b="0">
                <a:solidFill>
                  <a:srgbClr val="102A2A"/>
                </a:solidFill>
              </a:defRPr>
            </a:lvl3pPr>
            <a:lvl4pPr algn="l">
              <a:defRPr sz="1050" b="0">
                <a:solidFill>
                  <a:srgbClr val="102A2A"/>
                </a:solidFill>
              </a:defRPr>
            </a:lvl4pPr>
            <a:lvl5pPr algn="l">
              <a:defRPr sz="1050" b="0">
                <a:solidFill>
                  <a:srgbClr val="102A2A"/>
                </a:solidFill>
              </a:defRPr>
            </a:lvl5pPr>
            <a:lvl6pPr algn="l">
              <a:defRPr sz="1050" b="0">
                <a:solidFill>
                  <a:srgbClr val="102A2A"/>
                </a:solidFill>
              </a:defRPr>
            </a:lvl6pPr>
            <a:lvl7pPr algn="l">
              <a:defRPr sz="1050" b="0">
                <a:solidFill>
                  <a:srgbClr val="102A2A"/>
                </a:solidFill>
              </a:defRPr>
            </a:lvl7pPr>
            <a:lvl8pPr algn="l">
              <a:defRPr sz="1050" b="0">
                <a:solidFill>
                  <a:srgbClr val="102A2A"/>
                </a:solidFill>
              </a:defRPr>
            </a:lvl8pPr>
            <a:lvl9pPr algn="l">
              <a:defRPr sz="1050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02A2A"/>
                </a:solidFill>
              </a:defRPr>
            </a:pPr>
            <a:r>
              <a:rPr sz="1050" b="0">
                <a:solidFill>
                  <a:srgbClr val="102A2A"/>
                </a:solidFill>
              </a:rPr>
              <a:t>30 m bare-earth elevation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D59FB4-21E6-46C6-B798-16458055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8669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Misses drains, walls, culverts, and sewers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F957F0-847E-4DD9-BD5C-EBD82C72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384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A2A"/>
                </a:solidFill>
              </a:defRPr>
            </a:defPPr>
            <a:lvl1pPr algn="l">
              <a:defRPr sz="1125" b="1">
                <a:solidFill>
                  <a:srgbClr val="102A2A"/>
                </a:solidFill>
              </a:defRPr>
            </a:lvl1pPr>
            <a:lvl2pPr algn="l">
              <a:defRPr sz="1125" b="1">
                <a:solidFill>
                  <a:srgbClr val="102A2A"/>
                </a:solidFill>
              </a:defRPr>
            </a:lvl2pPr>
            <a:lvl3pPr algn="l">
              <a:defRPr sz="1125" b="1">
                <a:solidFill>
                  <a:srgbClr val="102A2A"/>
                </a:solidFill>
              </a:defRPr>
            </a:lvl3pPr>
            <a:lvl4pPr algn="l">
              <a:defRPr sz="1125" b="1">
                <a:solidFill>
                  <a:srgbClr val="102A2A"/>
                </a:solidFill>
              </a:defRPr>
            </a:lvl4pPr>
            <a:lvl5pPr algn="l">
              <a:defRPr sz="1125" b="1">
                <a:solidFill>
                  <a:srgbClr val="102A2A"/>
                </a:solidFill>
              </a:defRPr>
            </a:lvl5pPr>
            <a:lvl6pPr algn="l">
              <a:defRPr sz="1125" b="1">
                <a:solidFill>
                  <a:srgbClr val="102A2A"/>
                </a:solidFill>
              </a:defRPr>
            </a:lvl6pPr>
            <a:lvl7pPr algn="l">
              <a:defRPr sz="1125" b="1">
                <a:solidFill>
                  <a:srgbClr val="102A2A"/>
                </a:solidFill>
              </a:defRPr>
            </a:lvl7pPr>
            <a:lvl8pPr algn="l">
              <a:defRPr sz="1125" b="1">
                <a:solidFill>
                  <a:srgbClr val="102A2A"/>
                </a:solidFill>
              </a:defRPr>
            </a:lvl8pPr>
            <a:lvl9pPr algn="l">
              <a:defRPr sz="11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A2A"/>
                </a:solidFill>
              </a:defRPr>
            </a:pPr>
            <a:r>
              <a:rPr sz="1125" b="1">
                <a:solidFill>
                  <a:srgbClr val="102A2A"/>
                </a:solidFill>
              </a:rPr>
              <a:t>HydroBASINS L8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79308C-317B-4B87-9175-C500E8F9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384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02A2A"/>
                </a:solidFill>
              </a:defRPr>
            </a:defPPr>
            <a:lvl1pPr algn="l">
              <a:defRPr sz="1050" b="0">
                <a:solidFill>
                  <a:srgbClr val="102A2A"/>
                </a:solidFill>
              </a:defRPr>
            </a:lvl1pPr>
            <a:lvl2pPr algn="l">
              <a:defRPr sz="1050" b="0">
                <a:solidFill>
                  <a:srgbClr val="102A2A"/>
                </a:solidFill>
              </a:defRPr>
            </a:lvl2pPr>
            <a:lvl3pPr algn="l">
              <a:defRPr sz="1050" b="0">
                <a:solidFill>
                  <a:srgbClr val="102A2A"/>
                </a:solidFill>
              </a:defRPr>
            </a:lvl3pPr>
            <a:lvl4pPr algn="l">
              <a:defRPr sz="1050" b="0">
                <a:solidFill>
                  <a:srgbClr val="102A2A"/>
                </a:solidFill>
              </a:defRPr>
            </a:lvl4pPr>
            <a:lvl5pPr algn="l">
              <a:defRPr sz="1050" b="0">
                <a:solidFill>
                  <a:srgbClr val="102A2A"/>
                </a:solidFill>
              </a:defRPr>
            </a:lvl5pPr>
            <a:lvl6pPr algn="l">
              <a:defRPr sz="1050" b="0">
                <a:solidFill>
                  <a:srgbClr val="102A2A"/>
                </a:solidFill>
              </a:defRPr>
            </a:lvl6pPr>
            <a:lvl7pPr algn="l">
              <a:defRPr sz="1050" b="0">
                <a:solidFill>
                  <a:srgbClr val="102A2A"/>
                </a:solidFill>
              </a:defRPr>
            </a:lvl7pPr>
            <a:lvl8pPr algn="l">
              <a:defRPr sz="1050" b="0">
                <a:solidFill>
                  <a:srgbClr val="102A2A"/>
                </a:solidFill>
              </a:defRPr>
            </a:lvl8pPr>
            <a:lvl9pPr algn="l">
              <a:defRPr sz="1050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02A2A"/>
                </a:solidFill>
              </a:defRPr>
            </a:pPr>
            <a:r>
              <a:rPr sz="1050" b="0">
                <a:solidFill>
                  <a:srgbClr val="102A2A"/>
                </a:solidFill>
              </a:rPr>
              <a:t>Containing and upstream basin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60BF56-8294-4111-BD5F-D84A1B6B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4384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Basin membership does not prove property connectivity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168818-98EA-4F4E-BC5F-9C72C0E4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10706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0">
            <a:solidFill>
              <a:srgbClr val="EDF2E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1CDF5A-F420-4BB2-B693-0F822594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A2A"/>
                </a:solidFill>
              </a:defRPr>
            </a:defPPr>
            <a:lvl1pPr algn="l">
              <a:defRPr sz="1125" b="1">
                <a:solidFill>
                  <a:srgbClr val="102A2A"/>
                </a:solidFill>
              </a:defRPr>
            </a:lvl1pPr>
            <a:lvl2pPr algn="l">
              <a:defRPr sz="1125" b="1">
                <a:solidFill>
                  <a:srgbClr val="102A2A"/>
                </a:solidFill>
              </a:defRPr>
            </a:lvl2pPr>
            <a:lvl3pPr algn="l">
              <a:defRPr sz="1125" b="1">
                <a:solidFill>
                  <a:srgbClr val="102A2A"/>
                </a:solidFill>
              </a:defRPr>
            </a:lvl3pPr>
            <a:lvl4pPr algn="l">
              <a:defRPr sz="1125" b="1">
                <a:solidFill>
                  <a:srgbClr val="102A2A"/>
                </a:solidFill>
              </a:defRPr>
            </a:lvl4pPr>
            <a:lvl5pPr algn="l">
              <a:defRPr sz="1125" b="1">
                <a:solidFill>
                  <a:srgbClr val="102A2A"/>
                </a:solidFill>
              </a:defRPr>
            </a:lvl5pPr>
            <a:lvl6pPr algn="l">
              <a:defRPr sz="1125" b="1">
                <a:solidFill>
                  <a:srgbClr val="102A2A"/>
                </a:solidFill>
              </a:defRPr>
            </a:lvl6pPr>
            <a:lvl7pPr algn="l">
              <a:defRPr sz="1125" b="1">
                <a:solidFill>
                  <a:srgbClr val="102A2A"/>
                </a:solidFill>
              </a:defRPr>
            </a:lvl7pPr>
            <a:lvl8pPr algn="l">
              <a:defRPr sz="1125" b="1">
                <a:solidFill>
                  <a:srgbClr val="102A2A"/>
                </a:solidFill>
              </a:defRPr>
            </a:lvl8pPr>
            <a:lvl9pPr algn="l">
              <a:defRPr sz="11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A2A"/>
                </a:solidFill>
              </a:defRPr>
            </a:pPr>
            <a:r>
              <a:rPr sz="1125" b="1">
                <a:solidFill>
                  <a:srgbClr val="102A2A"/>
                </a:solidFill>
              </a:rPr>
              <a:t>HydroRIVERS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7D8085-9C29-4E0A-A696-FE78774B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099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02A2A"/>
                </a:solidFill>
              </a:defRPr>
            </a:defPPr>
            <a:lvl1pPr algn="l">
              <a:defRPr sz="1050" b="0">
                <a:solidFill>
                  <a:srgbClr val="102A2A"/>
                </a:solidFill>
              </a:defRPr>
            </a:lvl1pPr>
            <a:lvl2pPr algn="l">
              <a:defRPr sz="1050" b="0">
                <a:solidFill>
                  <a:srgbClr val="102A2A"/>
                </a:solidFill>
              </a:defRPr>
            </a:lvl2pPr>
            <a:lvl3pPr algn="l">
              <a:defRPr sz="1050" b="0">
                <a:solidFill>
                  <a:srgbClr val="102A2A"/>
                </a:solidFill>
              </a:defRPr>
            </a:lvl3pPr>
            <a:lvl4pPr algn="l">
              <a:defRPr sz="1050" b="0">
                <a:solidFill>
                  <a:srgbClr val="102A2A"/>
                </a:solidFill>
              </a:defRPr>
            </a:lvl4pPr>
            <a:lvl5pPr algn="l">
              <a:defRPr sz="1050" b="0">
                <a:solidFill>
                  <a:srgbClr val="102A2A"/>
                </a:solidFill>
              </a:defRPr>
            </a:lvl5pPr>
            <a:lvl6pPr algn="l">
              <a:defRPr sz="1050" b="0">
                <a:solidFill>
                  <a:srgbClr val="102A2A"/>
                </a:solidFill>
              </a:defRPr>
            </a:lvl6pPr>
            <a:lvl7pPr algn="l">
              <a:defRPr sz="1050" b="0">
                <a:solidFill>
                  <a:srgbClr val="102A2A"/>
                </a:solidFill>
              </a:defRPr>
            </a:lvl7pPr>
            <a:lvl8pPr algn="l">
              <a:defRPr sz="1050" b="0">
                <a:solidFill>
                  <a:srgbClr val="102A2A"/>
                </a:solidFill>
              </a:defRPr>
            </a:lvl8pPr>
            <a:lvl9pPr algn="l">
              <a:defRPr sz="1050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02A2A"/>
                </a:solidFill>
              </a:defRPr>
            </a:pPr>
            <a:r>
              <a:rPr sz="1050" b="0">
                <a:solidFill>
                  <a:srgbClr val="102A2A"/>
                </a:solidFill>
              </a:rPr>
              <a:t>Nearby mapped river and distance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E19920-5FC8-4F39-9A79-53813F7D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0099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Generalised geometry; proximity is contextual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D31727-545C-4DB7-B218-E83DCA0D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A2A"/>
                </a:solidFill>
              </a:defRPr>
            </a:defPPr>
            <a:lvl1pPr algn="l">
              <a:defRPr sz="1125" b="1">
                <a:solidFill>
                  <a:srgbClr val="102A2A"/>
                </a:solidFill>
              </a:defRPr>
            </a:lvl1pPr>
            <a:lvl2pPr algn="l">
              <a:defRPr sz="1125" b="1">
                <a:solidFill>
                  <a:srgbClr val="102A2A"/>
                </a:solidFill>
              </a:defRPr>
            </a:lvl2pPr>
            <a:lvl3pPr algn="l">
              <a:defRPr sz="1125" b="1">
                <a:solidFill>
                  <a:srgbClr val="102A2A"/>
                </a:solidFill>
              </a:defRPr>
            </a:lvl3pPr>
            <a:lvl4pPr algn="l">
              <a:defRPr sz="1125" b="1">
                <a:solidFill>
                  <a:srgbClr val="102A2A"/>
                </a:solidFill>
              </a:defRPr>
            </a:lvl4pPr>
            <a:lvl5pPr algn="l">
              <a:defRPr sz="1125" b="1">
                <a:solidFill>
                  <a:srgbClr val="102A2A"/>
                </a:solidFill>
              </a:defRPr>
            </a:lvl5pPr>
            <a:lvl6pPr algn="l">
              <a:defRPr sz="1125" b="1">
                <a:solidFill>
                  <a:srgbClr val="102A2A"/>
                </a:solidFill>
              </a:defRPr>
            </a:lvl6pPr>
            <a:lvl7pPr algn="l">
              <a:defRPr sz="1125" b="1">
                <a:solidFill>
                  <a:srgbClr val="102A2A"/>
                </a:solidFill>
              </a:defRPr>
            </a:lvl7pPr>
            <a:lvl8pPr algn="l">
              <a:defRPr sz="1125" b="1">
                <a:solidFill>
                  <a:srgbClr val="102A2A"/>
                </a:solidFill>
              </a:defRPr>
            </a:lvl8pPr>
            <a:lvl9pPr algn="l">
              <a:defRPr sz="11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A2A"/>
                </a:solidFill>
              </a:defRPr>
            </a:pPr>
            <a:r>
              <a:rPr sz="1125" b="1">
                <a:solidFill>
                  <a:srgbClr val="102A2A"/>
                </a:solidFill>
              </a:rPr>
              <a:t>Open-Meteo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E7F6DA-B362-4D71-BDE9-5ACE7FDB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814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02A2A"/>
                </a:solidFill>
              </a:defRPr>
            </a:defPPr>
            <a:lvl1pPr algn="l">
              <a:defRPr sz="1050" b="0">
                <a:solidFill>
                  <a:srgbClr val="102A2A"/>
                </a:solidFill>
              </a:defRPr>
            </a:lvl1pPr>
            <a:lvl2pPr algn="l">
              <a:defRPr sz="1050" b="0">
                <a:solidFill>
                  <a:srgbClr val="102A2A"/>
                </a:solidFill>
              </a:defRPr>
            </a:lvl2pPr>
            <a:lvl3pPr algn="l">
              <a:defRPr sz="1050" b="0">
                <a:solidFill>
                  <a:srgbClr val="102A2A"/>
                </a:solidFill>
              </a:defRPr>
            </a:lvl3pPr>
            <a:lvl4pPr algn="l">
              <a:defRPr sz="1050" b="0">
                <a:solidFill>
                  <a:srgbClr val="102A2A"/>
                </a:solidFill>
              </a:defRPr>
            </a:lvl4pPr>
            <a:lvl5pPr algn="l">
              <a:defRPr sz="1050" b="0">
                <a:solidFill>
                  <a:srgbClr val="102A2A"/>
                </a:solidFill>
              </a:defRPr>
            </a:lvl5pPr>
            <a:lvl6pPr algn="l">
              <a:defRPr sz="1050" b="0">
                <a:solidFill>
                  <a:srgbClr val="102A2A"/>
                </a:solidFill>
              </a:defRPr>
            </a:lvl6pPr>
            <a:lvl7pPr algn="l">
              <a:defRPr sz="1050" b="0">
                <a:solidFill>
                  <a:srgbClr val="102A2A"/>
                </a:solidFill>
              </a:defRPr>
            </a:lvl7pPr>
            <a:lvl8pPr algn="l">
              <a:defRPr sz="1050" b="0">
                <a:solidFill>
                  <a:srgbClr val="102A2A"/>
                </a:solidFill>
              </a:defRPr>
            </a:lvl8pPr>
            <a:lvl9pPr algn="l">
              <a:defRPr sz="1050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02A2A"/>
                </a:solidFill>
              </a:defRPr>
            </a:pPr>
            <a:r>
              <a:rPr sz="1050" b="0">
                <a:solidFill>
                  <a:srgbClr val="102A2A"/>
                </a:solidFill>
              </a:rPr>
              <a:t>48-hour hourly rainfall forecast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DEA4FD-3A2B-4A16-BB12-D5576D37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5814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Forecast provider, not an official warning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62DDE5-86B0-4321-B046-53AAA964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10706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0">
            <a:solidFill>
              <a:srgbClr val="EDF2E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FF4E4B-021D-4496-8629-89D5F5B7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A2A"/>
                </a:solidFill>
              </a:defRPr>
            </a:defPPr>
            <a:lvl1pPr algn="l">
              <a:defRPr sz="1125" b="1">
                <a:solidFill>
                  <a:srgbClr val="102A2A"/>
                </a:solidFill>
              </a:defRPr>
            </a:lvl1pPr>
            <a:lvl2pPr algn="l">
              <a:defRPr sz="1125" b="1">
                <a:solidFill>
                  <a:srgbClr val="102A2A"/>
                </a:solidFill>
              </a:defRPr>
            </a:lvl2pPr>
            <a:lvl3pPr algn="l">
              <a:defRPr sz="1125" b="1">
                <a:solidFill>
                  <a:srgbClr val="102A2A"/>
                </a:solidFill>
              </a:defRPr>
            </a:lvl3pPr>
            <a:lvl4pPr algn="l">
              <a:defRPr sz="1125" b="1">
                <a:solidFill>
                  <a:srgbClr val="102A2A"/>
                </a:solidFill>
              </a:defRPr>
            </a:lvl4pPr>
            <a:lvl5pPr algn="l">
              <a:defRPr sz="1125" b="1">
                <a:solidFill>
                  <a:srgbClr val="102A2A"/>
                </a:solidFill>
              </a:defRPr>
            </a:lvl5pPr>
            <a:lvl6pPr algn="l">
              <a:defRPr sz="1125" b="1">
                <a:solidFill>
                  <a:srgbClr val="102A2A"/>
                </a:solidFill>
              </a:defRPr>
            </a:lvl6pPr>
            <a:lvl7pPr algn="l">
              <a:defRPr sz="1125" b="1">
                <a:solidFill>
                  <a:srgbClr val="102A2A"/>
                </a:solidFill>
              </a:defRPr>
            </a:lvl7pPr>
            <a:lvl8pPr algn="l">
              <a:defRPr sz="1125" b="1">
                <a:solidFill>
                  <a:srgbClr val="102A2A"/>
                </a:solidFill>
              </a:defRPr>
            </a:lvl8pPr>
            <a:lvl9pPr algn="l">
              <a:defRPr sz="11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A2A"/>
                </a:solidFill>
              </a:defRPr>
            </a:pPr>
            <a:r>
              <a:rPr sz="1125" b="1">
                <a:solidFill>
                  <a:srgbClr val="102A2A"/>
                </a:solidFill>
              </a:rPr>
              <a:t>OpenStreetMap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6D4A3A-FEAA-44C5-B6DE-C50E0977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1529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02A2A"/>
                </a:solidFill>
              </a:defRPr>
            </a:defPPr>
            <a:lvl1pPr algn="l">
              <a:defRPr sz="1050" b="0">
                <a:solidFill>
                  <a:srgbClr val="102A2A"/>
                </a:solidFill>
              </a:defRPr>
            </a:lvl1pPr>
            <a:lvl2pPr algn="l">
              <a:defRPr sz="1050" b="0">
                <a:solidFill>
                  <a:srgbClr val="102A2A"/>
                </a:solidFill>
              </a:defRPr>
            </a:lvl2pPr>
            <a:lvl3pPr algn="l">
              <a:defRPr sz="1050" b="0">
                <a:solidFill>
                  <a:srgbClr val="102A2A"/>
                </a:solidFill>
              </a:defRPr>
            </a:lvl3pPr>
            <a:lvl4pPr algn="l">
              <a:defRPr sz="1050" b="0">
                <a:solidFill>
                  <a:srgbClr val="102A2A"/>
                </a:solidFill>
              </a:defRPr>
            </a:lvl4pPr>
            <a:lvl5pPr algn="l">
              <a:defRPr sz="1050" b="0">
                <a:solidFill>
                  <a:srgbClr val="102A2A"/>
                </a:solidFill>
              </a:defRPr>
            </a:lvl5pPr>
            <a:lvl6pPr algn="l">
              <a:defRPr sz="1050" b="0">
                <a:solidFill>
                  <a:srgbClr val="102A2A"/>
                </a:solidFill>
              </a:defRPr>
            </a:lvl6pPr>
            <a:lvl7pPr algn="l">
              <a:defRPr sz="1050" b="0">
                <a:solidFill>
                  <a:srgbClr val="102A2A"/>
                </a:solidFill>
              </a:defRPr>
            </a:lvl7pPr>
            <a:lvl8pPr algn="l">
              <a:defRPr sz="1050" b="0">
                <a:solidFill>
                  <a:srgbClr val="102A2A"/>
                </a:solidFill>
              </a:defRPr>
            </a:lvl8pPr>
            <a:lvl9pPr algn="l">
              <a:defRPr sz="1050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02A2A"/>
                </a:solidFill>
              </a:defRPr>
            </a:pPr>
            <a:r>
              <a:rPr sz="1050" b="0">
                <a:solidFill>
                  <a:srgbClr val="102A2A"/>
                </a:solidFill>
              </a:rPr>
              <a:t>Location selection and basemap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43C98F-8322-4991-A4C7-44709C36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1529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Basemap only; no flood labels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A2CB1B-DADD-405C-8C4E-CD28D574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A2A"/>
                </a:solidFill>
              </a:defRPr>
            </a:defPPr>
            <a:lvl1pPr algn="l">
              <a:defRPr sz="1125" b="1">
                <a:solidFill>
                  <a:srgbClr val="102A2A"/>
                </a:solidFill>
              </a:defRPr>
            </a:lvl1pPr>
            <a:lvl2pPr algn="l">
              <a:defRPr sz="1125" b="1">
                <a:solidFill>
                  <a:srgbClr val="102A2A"/>
                </a:solidFill>
              </a:defRPr>
            </a:lvl2pPr>
            <a:lvl3pPr algn="l">
              <a:defRPr sz="1125" b="1">
                <a:solidFill>
                  <a:srgbClr val="102A2A"/>
                </a:solidFill>
              </a:defRPr>
            </a:lvl3pPr>
            <a:lvl4pPr algn="l">
              <a:defRPr sz="1125" b="1">
                <a:solidFill>
                  <a:srgbClr val="102A2A"/>
                </a:solidFill>
              </a:defRPr>
            </a:lvl4pPr>
            <a:lvl5pPr algn="l">
              <a:defRPr sz="1125" b="1">
                <a:solidFill>
                  <a:srgbClr val="102A2A"/>
                </a:solidFill>
              </a:defRPr>
            </a:lvl5pPr>
            <a:lvl6pPr algn="l">
              <a:defRPr sz="1125" b="1">
                <a:solidFill>
                  <a:srgbClr val="102A2A"/>
                </a:solidFill>
              </a:defRPr>
            </a:lvl6pPr>
            <a:lvl7pPr algn="l">
              <a:defRPr sz="1125" b="1">
                <a:solidFill>
                  <a:srgbClr val="102A2A"/>
                </a:solidFill>
              </a:defRPr>
            </a:lvl7pPr>
            <a:lvl8pPr algn="l">
              <a:defRPr sz="1125" b="1">
                <a:solidFill>
                  <a:srgbClr val="102A2A"/>
                </a:solidFill>
              </a:defRPr>
            </a:lvl8pPr>
            <a:lvl9pPr algn="l">
              <a:defRPr sz="11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A2A"/>
                </a:solidFill>
              </a:defRPr>
            </a:pPr>
            <a:r>
              <a:rPr sz="1125" b="1">
                <a:solidFill>
                  <a:srgbClr val="102A2A"/>
                </a:solidFill>
              </a:rPr>
              <a:t>Sen1Floods11 + CHIRPS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90677C-DB32-40CE-AFC8-E231AADC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244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02A2A"/>
                </a:solidFill>
              </a:defRPr>
            </a:defPPr>
            <a:lvl1pPr algn="l">
              <a:defRPr sz="1050" b="0">
                <a:solidFill>
                  <a:srgbClr val="102A2A"/>
                </a:solidFill>
              </a:defRPr>
            </a:lvl1pPr>
            <a:lvl2pPr algn="l">
              <a:defRPr sz="1050" b="0">
                <a:solidFill>
                  <a:srgbClr val="102A2A"/>
                </a:solidFill>
              </a:defRPr>
            </a:lvl2pPr>
            <a:lvl3pPr algn="l">
              <a:defRPr sz="1050" b="0">
                <a:solidFill>
                  <a:srgbClr val="102A2A"/>
                </a:solidFill>
              </a:defRPr>
            </a:lvl3pPr>
            <a:lvl4pPr algn="l">
              <a:defRPr sz="1050" b="0">
                <a:solidFill>
                  <a:srgbClr val="102A2A"/>
                </a:solidFill>
              </a:defRPr>
            </a:lvl4pPr>
            <a:lvl5pPr algn="l">
              <a:defRPr sz="1050" b="0">
                <a:solidFill>
                  <a:srgbClr val="102A2A"/>
                </a:solidFill>
              </a:defRPr>
            </a:lvl5pPr>
            <a:lvl6pPr algn="l">
              <a:defRPr sz="1050" b="0">
                <a:solidFill>
                  <a:srgbClr val="102A2A"/>
                </a:solidFill>
              </a:defRPr>
            </a:lvl6pPr>
            <a:lvl7pPr algn="l">
              <a:defRPr sz="1050" b="0">
                <a:solidFill>
                  <a:srgbClr val="102A2A"/>
                </a:solidFill>
              </a:defRPr>
            </a:lvl7pPr>
            <a:lvl8pPr algn="l">
              <a:defRPr sz="1050" b="0">
                <a:solidFill>
                  <a:srgbClr val="102A2A"/>
                </a:solidFill>
              </a:defRPr>
            </a:lvl8pPr>
            <a:lvl9pPr algn="l">
              <a:defRPr sz="1050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02A2A"/>
                </a:solidFill>
              </a:defRPr>
            </a:pPr>
            <a:r>
              <a:rPr sz="1050" b="0">
                <a:solidFill>
                  <a:srgbClr val="102A2A"/>
                </a:solidFill>
              </a:rPr>
              <a:t>Historical labels, SAR, and rainfall research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A4DC74-DA4B-4094-8563-F1F8E301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7244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Research only; labels may include permanent water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90BC49-C80C-4614-B300-33D94174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53100"/>
            <a:ext cx="1089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E86F51"/>
                </a:solidFill>
              </a:defRPr>
            </a:defPPr>
            <a:lvl1pPr algn="ctr">
              <a:defRPr sz="1200" b="1">
                <a:solidFill>
                  <a:srgbClr val="E86F51"/>
                </a:solidFill>
              </a:defRPr>
            </a:lvl1pPr>
            <a:lvl2pPr algn="ctr">
              <a:defRPr sz="1200" b="1">
                <a:solidFill>
                  <a:srgbClr val="E86F51"/>
                </a:solidFill>
              </a:defRPr>
            </a:lvl2pPr>
            <a:lvl3pPr algn="ctr">
              <a:defRPr sz="1200" b="1">
                <a:solidFill>
                  <a:srgbClr val="E86F51"/>
                </a:solidFill>
              </a:defRPr>
            </a:lvl3pPr>
            <a:lvl4pPr algn="ctr">
              <a:defRPr sz="1200" b="1">
                <a:solidFill>
                  <a:srgbClr val="E86F51"/>
                </a:solidFill>
              </a:defRPr>
            </a:lvl4pPr>
            <a:lvl5pPr algn="ctr">
              <a:defRPr sz="1200" b="1">
                <a:solidFill>
                  <a:srgbClr val="E86F51"/>
                </a:solidFill>
              </a:defRPr>
            </a:lvl5pPr>
            <a:lvl6pPr algn="ctr">
              <a:defRPr sz="1200" b="1">
                <a:solidFill>
                  <a:srgbClr val="E86F51"/>
                </a:solidFill>
              </a:defRPr>
            </a:lvl6pPr>
            <a:lvl7pPr algn="ctr">
              <a:defRPr sz="1200" b="1">
                <a:solidFill>
                  <a:srgbClr val="E86F51"/>
                </a:solidFill>
              </a:defRPr>
            </a:lvl7pPr>
            <a:lvl8pPr algn="ctr">
              <a:defRPr sz="1200" b="1">
                <a:solidFill>
                  <a:srgbClr val="E86F51"/>
                </a:solidFill>
              </a:defRPr>
            </a:lvl8pPr>
            <a:lvl9pPr algn="ctr">
              <a:defRPr sz="1200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E86F51"/>
                </a:solidFill>
              </a:defRPr>
            </a:pPr>
            <a:r>
              <a:rPr sz="1200" b="1">
                <a:solidFill>
                  <a:srgbClr val="E86F51"/>
                </a:solidFill>
              </a:rPr>
              <a:t>Current local demo coverage: Asia HydroSHEDS imports and Chennai-area FABDEM tiles.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32E18B-9EE3-4954-A2B2-1775412C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B4BD9E-973A-466B-8D6A-DA248014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379847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4D07C7-AE49-482D-AD15-03DAD5E6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8A514-92FD-4E98-B273-2D9EB78F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5CECDD-6A15-431C-A16B-5AC4C71B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The resident app and historical-event lab share one local web service while keeping calculations separate.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E410F-A9C6-4232-851B-1AAD3601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A7ED45-9EE8-4431-94A8-1FA95E39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177165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A42878-46FD-45F8-8E3E-D8ED1726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0D6B5E"/>
                </a:solidFill>
              </a:defRPr>
            </a:defPPr>
            <a:lvl1pPr algn="ctr">
              <a:defRPr sz="1350" b="1">
                <a:solidFill>
                  <a:srgbClr val="0D6B5E"/>
                </a:solidFill>
              </a:defRPr>
            </a:lvl1pPr>
            <a:lvl2pPr algn="ctr">
              <a:defRPr sz="1350" b="1">
                <a:solidFill>
                  <a:srgbClr val="0D6B5E"/>
                </a:solidFill>
              </a:defRPr>
            </a:lvl2pPr>
            <a:lvl3pPr algn="ctr">
              <a:defRPr sz="1350" b="1">
                <a:solidFill>
                  <a:srgbClr val="0D6B5E"/>
                </a:solidFill>
              </a:defRPr>
            </a:lvl3pPr>
            <a:lvl4pPr algn="ctr">
              <a:defRPr sz="1350" b="1">
                <a:solidFill>
                  <a:srgbClr val="0D6B5E"/>
                </a:solidFill>
              </a:defRPr>
            </a:lvl4pPr>
            <a:lvl5pPr algn="ctr">
              <a:defRPr sz="1350" b="1">
                <a:solidFill>
                  <a:srgbClr val="0D6B5E"/>
                </a:solidFill>
              </a:defRPr>
            </a:lvl5pPr>
            <a:lvl6pPr algn="ctr">
              <a:defRPr sz="1350" b="1">
                <a:solidFill>
                  <a:srgbClr val="0D6B5E"/>
                </a:solidFill>
              </a:defRPr>
            </a:lvl6pPr>
            <a:lvl7pPr algn="ctr">
              <a:defRPr sz="1350" b="1">
                <a:solidFill>
                  <a:srgbClr val="0D6B5E"/>
                </a:solidFill>
              </a:defRPr>
            </a:lvl7pPr>
            <a:lvl8pPr algn="ctr">
              <a:defRPr sz="1350" b="1">
                <a:solidFill>
                  <a:srgbClr val="0D6B5E"/>
                </a:solidFill>
              </a:defRPr>
            </a:lvl8pPr>
            <a:lvl9pPr algn="ctr">
              <a:defRPr sz="13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D6B5E"/>
                </a:solidFill>
              </a:defRPr>
            </a:pPr>
            <a:r>
              <a:rPr sz="1350" b="1">
                <a:solidFill>
                  <a:srgbClr val="0D6B5E"/>
                </a:solidFill>
              </a:rPr>
              <a:t>Browser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99CA0F-09AA-4206-A99E-EDDC5C79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1466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526262"/>
                </a:solidFill>
              </a:defRPr>
            </a:defPPr>
            <a:lvl1pPr algn="ctr">
              <a:defRPr sz="1050" b="0">
                <a:solidFill>
                  <a:srgbClr val="526262"/>
                </a:solidFill>
              </a:defRPr>
            </a:lvl1pPr>
            <a:lvl2pPr algn="ctr">
              <a:defRPr sz="1050" b="0">
                <a:solidFill>
                  <a:srgbClr val="526262"/>
                </a:solidFill>
              </a:defRPr>
            </a:lvl2pPr>
            <a:lvl3pPr algn="ctr">
              <a:defRPr sz="1050" b="0">
                <a:solidFill>
                  <a:srgbClr val="526262"/>
                </a:solidFill>
              </a:defRPr>
            </a:lvl3pPr>
            <a:lvl4pPr algn="ctr">
              <a:defRPr sz="1050" b="0">
                <a:solidFill>
                  <a:srgbClr val="526262"/>
                </a:solidFill>
              </a:defRPr>
            </a:lvl4pPr>
            <a:lvl5pPr algn="ctr">
              <a:defRPr sz="1050" b="0">
                <a:solidFill>
                  <a:srgbClr val="526262"/>
                </a:solidFill>
              </a:defRPr>
            </a:lvl5pPr>
            <a:lvl6pPr algn="ctr">
              <a:defRPr sz="1050" b="0">
                <a:solidFill>
                  <a:srgbClr val="526262"/>
                </a:solidFill>
              </a:defRPr>
            </a:lvl6pPr>
            <a:lvl7pPr algn="ctr">
              <a:defRPr sz="1050" b="0">
                <a:solidFill>
                  <a:srgbClr val="526262"/>
                </a:solidFill>
              </a:defRPr>
            </a:lvl7pPr>
            <a:lvl8pPr algn="ctr">
              <a:defRPr sz="1050" b="0">
                <a:solidFill>
                  <a:srgbClr val="526262"/>
                </a:solidFill>
              </a:defRPr>
            </a:lvl8pPr>
            <a:lvl9pPr algn="ctr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React + Leaflet</a:t>
            </a:r>
          </a:p>
          <a:p xmlns:a="http://schemas.openxmlformats.org/drawingml/2006/main">
            <a:pPr algn="ctr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Resident 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C0AB05-CF43-421D-BCB7-8D5471FC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533650"/>
            <a:ext cx="40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0D6B5E"/>
                </a:solidFill>
              </a:defRPr>
            </a:defPPr>
            <a:lvl1pPr algn="ctr">
              <a:defRPr sz="2850" b="1">
                <a:solidFill>
                  <a:srgbClr val="0D6B5E"/>
                </a:solidFill>
              </a:defRPr>
            </a:lvl1pPr>
            <a:lvl2pPr algn="ctr">
              <a:defRPr sz="2850" b="1">
                <a:solidFill>
                  <a:srgbClr val="0D6B5E"/>
                </a:solidFill>
              </a:defRPr>
            </a:lvl2pPr>
            <a:lvl3pPr algn="ctr">
              <a:defRPr sz="2850" b="1">
                <a:solidFill>
                  <a:srgbClr val="0D6B5E"/>
                </a:solidFill>
              </a:defRPr>
            </a:lvl3pPr>
            <a:lvl4pPr algn="ctr">
              <a:defRPr sz="2850" b="1">
                <a:solidFill>
                  <a:srgbClr val="0D6B5E"/>
                </a:solidFill>
              </a:defRPr>
            </a:lvl4pPr>
            <a:lvl5pPr algn="ctr">
              <a:defRPr sz="2850" b="1">
                <a:solidFill>
                  <a:srgbClr val="0D6B5E"/>
                </a:solidFill>
              </a:defRPr>
            </a:lvl5pPr>
            <a:lvl6pPr algn="ctr">
              <a:defRPr sz="2850" b="1">
                <a:solidFill>
                  <a:srgbClr val="0D6B5E"/>
                </a:solidFill>
              </a:defRPr>
            </a:lvl6pPr>
            <a:lvl7pPr algn="ctr">
              <a:defRPr sz="2850" b="1">
                <a:solidFill>
                  <a:srgbClr val="0D6B5E"/>
                </a:solidFill>
              </a:defRPr>
            </a:lvl7pPr>
            <a:lvl8pPr algn="ctr">
              <a:defRPr sz="2850" b="1">
                <a:solidFill>
                  <a:srgbClr val="0D6B5E"/>
                </a:solidFill>
              </a:defRPr>
            </a:lvl8pPr>
            <a:lvl9pPr algn="ctr">
              <a:defRPr sz="28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0D6B5E"/>
                </a:solidFill>
              </a:defRPr>
            </a:pPr>
            <a:r>
              <a:rPr sz="2850" b="1">
                <a:solidFill>
                  <a:srgbClr val="0D6B5E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1D573C-13D9-496A-979F-7C680B02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00250"/>
            <a:ext cx="177165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7AB4BB-DC93-4D26-9AEB-ABB903EB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717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0D6B5E"/>
                </a:solidFill>
              </a:defRPr>
            </a:defPPr>
            <a:lvl1pPr algn="ctr">
              <a:defRPr sz="1350" b="1">
                <a:solidFill>
                  <a:srgbClr val="0D6B5E"/>
                </a:solidFill>
              </a:defRPr>
            </a:lvl1pPr>
            <a:lvl2pPr algn="ctr">
              <a:defRPr sz="1350" b="1">
                <a:solidFill>
                  <a:srgbClr val="0D6B5E"/>
                </a:solidFill>
              </a:defRPr>
            </a:lvl2pPr>
            <a:lvl3pPr algn="ctr">
              <a:defRPr sz="1350" b="1">
                <a:solidFill>
                  <a:srgbClr val="0D6B5E"/>
                </a:solidFill>
              </a:defRPr>
            </a:lvl3pPr>
            <a:lvl4pPr algn="ctr">
              <a:defRPr sz="1350" b="1">
                <a:solidFill>
                  <a:srgbClr val="0D6B5E"/>
                </a:solidFill>
              </a:defRPr>
            </a:lvl4pPr>
            <a:lvl5pPr algn="ctr">
              <a:defRPr sz="1350" b="1">
                <a:solidFill>
                  <a:srgbClr val="0D6B5E"/>
                </a:solidFill>
              </a:defRPr>
            </a:lvl5pPr>
            <a:lvl6pPr algn="ctr">
              <a:defRPr sz="1350" b="1">
                <a:solidFill>
                  <a:srgbClr val="0D6B5E"/>
                </a:solidFill>
              </a:defRPr>
            </a:lvl6pPr>
            <a:lvl7pPr algn="ctr">
              <a:defRPr sz="1350" b="1">
                <a:solidFill>
                  <a:srgbClr val="0D6B5E"/>
                </a:solidFill>
              </a:defRPr>
            </a:lvl7pPr>
            <a:lvl8pPr algn="ctr">
              <a:defRPr sz="1350" b="1">
                <a:solidFill>
                  <a:srgbClr val="0D6B5E"/>
                </a:solidFill>
              </a:defRPr>
            </a:lvl8pPr>
            <a:lvl9pPr algn="ctr">
              <a:defRPr sz="13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D6B5E"/>
                </a:solidFill>
              </a:defRPr>
            </a:pPr>
            <a:r>
              <a:rPr sz="1350" b="1">
                <a:solidFill>
                  <a:srgbClr val="0D6B5E"/>
                </a:solidFill>
              </a:rPr>
              <a:t>FastAPI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03089A-E45F-4F9B-BA24-63EDB126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09850"/>
            <a:ext cx="1466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526262"/>
                </a:solidFill>
              </a:defRPr>
            </a:defPPr>
            <a:lvl1pPr algn="ctr">
              <a:defRPr sz="1050" b="0">
                <a:solidFill>
                  <a:srgbClr val="526262"/>
                </a:solidFill>
              </a:defRPr>
            </a:lvl1pPr>
            <a:lvl2pPr algn="ctr">
              <a:defRPr sz="1050" b="0">
                <a:solidFill>
                  <a:srgbClr val="526262"/>
                </a:solidFill>
              </a:defRPr>
            </a:lvl2pPr>
            <a:lvl3pPr algn="ctr">
              <a:defRPr sz="1050" b="0">
                <a:solidFill>
                  <a:srgbClr val="526262"/>
                </a:solidFill>
              </a:defRPr>
            </a:lvl3pPr>
            <a:lvl4pPr algn="ctr">
              <a:defRPr sz="1050" b="0">
                <a:solidFill>
                  <a:srgbClr val="526262"/>
                </a:solidFill>
              </a:defRPr>
            </a:lvl4pPr>
            <a:lvl5pPr algn="ctr">
              <a:defRPr sz="1050" b="0">
                <a:solidFill>
                  <a:srgbClr val="526262"/>
                </a:solidFill>
              </a:defRPr>
            </a:lvl5pPr>
            <a:lvl6pPr algn="ctr">
              <a:defRPr sz="1050" b="0">
                <a:solidFill>
                  <a:srgbClr val="526262"/>
                </a:solidFill>
              </a:defRPr>
            </a:lvl6pPr>
            <a:lvl7pPr algn="ctr">
              <a:defRPr sz="1050" b="0">
                <a:solidFill>
                  <a:srgbClr val="526262"/>
                </a:solidFill>
              </a:defRPr>
            </a:lvl7pPr>
            <a:lvl8pPr algn="ctr">
              <a:defRPr sz="1050" b="0">
                <a:solidFill>
                  <a:srgbClr val="526262"/>
                </a:solidFill>
              </a:defRPr>
            </a:lvl8pPr>
            <a:lvl9pPr algn="ctr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Validation, UUID jobs, polling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21C1B4-6924-492D-98F3-0DF4CA49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33650"/>
            <a:ext cx="40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0D6B5E"/>
                </a:solidFill>
              </a:defRPr>
            </a:defPPr>
            <a:lvl1pPr algn="ctr">
              <a:defRPr sz="2850" b="1">
                <a:solidFill>
                  <a:srgbClr val="0D6B5E"/>
                </a:solidFill>
              </a:defRPr>
            </a:lvl1pPr>
            <a:lvl2pPr algn="ctr">
              <a:defRPr sz="2850" b="1">
                <a:solidFill>
                  <a:srgbClr val="0D6B5E"/>
                </a:solidFill>
              </a:defRPr>
            </a:lvl2pPr>
            <a:lvl3pPr algn="ctr">
              <a:defRPr sz="2850" b="1">
                <a:solidFill>
                  <a:srgbClr val="0D6B5E"/>
                </a:solidFill>
              </a:defRPr>
            </a:lvl3pPr>
            <a:lvl4pPr algn="ctr">
              <a:defRPr sz="2850" b="1">
                <a:solidFill>
                  <a:srgbClr val="0D6B5E"/>
                </a:solidFill>
              </a:defRPr>
            </a:lvl4pPr>
            <a:lvl5pPr algn="ctr">
              <a:defRPr sz="2850" b="1">
                <a:solidFill>
                  <a:srgbClr val="0D6B5E"/>
                </a:solidFill>
              </a:defRPr>
            </a:lvl5pPr>
            <a:lvl6pPr algn="ctr">
              <a:defRPr sz="2850" b="1">
                <a:solidFill>
                  <a:srgbClr val="0D6B5E"/>
                </a:solidFill>
              </a:defRPr>
            </a:lvl6pPr>
            <a:lvl7pPr algn="ctr">
              <a:defRPr sz="2850" b="1">
                <a:solidFill>
                  <a:srgbClr val="0D6B5E"/>
                </a:solidFill>
              </a:defRPr>
            </a:lvl7pPr>
            <a:lvl8pPr algn="ctr">
              <a:defRPr sz="2850" b="1">
                <a:solidFill>
                  <a:srgbClr val="0D6B5E"/>
                </a:solidFill>
              </a:defRPr>
            </a:lvl8pPr>
            <a:lvl9pPr algn="ctr">
              <a:defRPr sz="28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0D6B5E"/>
                </a:solidFill>
              </a:defRPr>
            </a:pPr>
            <a:r>
              <a:rPr sz="2850" b="1">
                <a:solidFill>
                  <a:srgbClr val="0D6B5E"/>
                </a:solidFill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119A9C-BCBE-4D00-814B-7533285B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00250"/>
            <a:ext cx="177165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BDAB68-6DD9-4A64-B222-BF8AA840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717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0D6B5E"/>
                </a:solidFill>
              </a:defRPr>
            </a:defPPr>
            <a:lvl1pPr algn="ctr">
              <a:defRPr sz="1350" b="1">
                <a:solidFill>
                  <a:srgbClr val="0D6B5E"/>
                </a:solidFill>
              </a:defRPr>
            </a:lvl1pPr>
            <a:lvl2pPr algn="ctr">
              <a:defRPr sz="1350" b="1">
                <a:solidFill>
                  <a:srgbClr val="0D6B5E"/>
                </a:solidFill>
              </a:defRPr>
            </a:lvl2pPr>
            <a:lvl3pPr algn="ctr">
              <a:defRPr sz="1350" b="1">
                <a:solidFill>
                  <a:srgbClr val="0D6B5E"/>
                </a:solidFill>
              </a:defRPr>
            </a:lvl3pPr>
            <a:lvl4pPr algn="ctr">
              <a:defRPr sz="1350" b="1">
                <a:solidFill>
                  <a:srgbClr val="0D6B5E"/>
                </a:solidFill>
              </a:defRPr>
            </a:lvl4pPr>
            <a:lvl5pPr algn="ctr">
              <a:defRPr sz="1350" b="1">
                <a:solidFill>
                  <a:srgbClr val="0D6B5E"/>
                </a:solidFill>
              </a:defRPr>
            </a:lvl5pPr>
            <a:lvl6pPr algn="ctr">
              <a:defRPr sz="1350" b="1">
                <a:solidFill>
                  <a:srgbClr val="0D6B5E"/>
                </a:solidFill>
              </a:defRPr>
            </a:lvl6pPr>
            <a:lvl7pPr algn="ctr">
              <a:defRPr sz="1350" b="1">
                <a:solidFill>
                  <a:srgbClr val="0D6B5E"/>
                </a:solidFill>
              </a:defRPr>
            </a:lvl7pPr>
            <a:lvl8pPr algn="ctr">
              <a:defRPr sz="1350" b="1">
                <a:solidFill>
                  <a:srgbClr val="0D6B5E"/>
                </a:solidFill>
              </a:defRPr>
            </a:lvl8pPr>
            <a:lvl9pPr algn="ctr">
              <a:defRPr sz="13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D6B5E"/>
                </a:solidFill>
              </a:defRPr>
            </a:pPr>
            <a:r>
              <a:rPr sz="1350" b="1">
                <a:solidFill>
                  <a:srgbClr val="0D6B5E"/>
                </a:solidFill>
              </a:rPr>
              <a:t>PostGIS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3B8693-2ECA-491E-9556-091228EE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609850"/>
            <a:ext cx="1466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526262"/>
                </a:solidFill>
              </a:defRPr>
            </a:defPPr>
            <a:lvl1pPr algn="ctr">
              <a:defRPr sz="1050" b="0">
                <a:solidFill>
                  <a:srgbClr val="526262"/>
                </a:solidFill>
              </a:defRPr>
            </a:lvl1pPr>
            <a:lvl2pPr algn="ctr">
              <a:defRPr sz="1050" b="0">
                <a:solidFill>
                  <a:srgbClr val="526262"/>
                </a:solidFill>
              </a:defRPr>
            </a:lvl2pPr>
            <a:lvl3pPr algn="ctr">
              <a:defRPr sz="1050" b="0">
                <a:solidFill>
                  <a:srgbClr val="526262"/>
                </a:solidFill>
              </a:defRPr>
            </a:lvl3pPr>
            <a:lvl4pPr algn="ctr">
              <a:defRPr sz="1050" b="0">
                <a:solidFill>
                  <a:srgbClr val="526262"/>
                </a:solidFill>
              </a:defRPr>
            </a:lvl4pPr>
            <a:lvl5pPr algn="ctr">
              <a:defRPr sz="1050" b="0">
                <a:solidFill>
                  <a:srgbClr val="526262"/>
                </a:solidFill>
              </a:defRPr>
            </a:lvl5pPr>
            <a:lvl6pPr algn="ctr">
              <a:defRPr sz="1050" b="0">
                <a:solidFill>
                  <a:srgbClr val="526262"/>
                </a:solidFill>
              </a:defRPr>
            </a:lvl6pPr>
            <a:lvl7pPr algn="ctr">
              <a:defRPr sz="1050" b="0">
                <a:solidFill>
                  <a:srgbClr val="526262"/>
                </a:solidFill>
              </a:defRPr>
            </a:lvl7pPr>
            <a:lvl8pPr algn="ctr">
              <a:defRPr sz="1050" b="0">
                <a:solidFill>
                  <a:srgbClr val="526262"/>
                </a:solidFill>
              </a:defRPr>
            </a:lvl8pPr>
            <a:lvl9pPr algn="ctr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Jobs, results, basin and river geometry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CC8637-8B4A-4444-A0C2-EAD05B59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33650"/>
            <a:ext cx="40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0D6B5E"/>
                </a:solidFill>
              </a:defRPr>
            </a:defPPr>
            <a:lvl1pPr algn="ctr">
              <a:defRPr sz="2850" b="1">
                <a:solidFill>
                  <a:srgbClr val="0D6B5E"/>
                </a:solidFill>
              </a:defRPr>
            </a:lvl1pPr>
            <a:lvl2pPr algn="ctr">
              <a:defRPr sz="2850" b="1">
                <a:solidFill>
                  <a:srgbClr val="0D6B5E"/>
                </a:solidFill>
              </a:defRPr>
            </a:lvl2pPr>
            <a:lvl3pPr algn="ctr">
              <a:defRPr sz="2850" b="1">
                <a:solidFill>
                  <a:srgbClr val="0D6B5E"/>
                </a:solidFill>
              </a:defRPr>
            </a:lvl3pPr>
            <a:lvl4pPr algn="ctr">
              <a:defRPr sz="2850" b="1">
                <a:solidFill>
                  <a:srgbClr val="0D6B5E"/>
                </a:solidFill>
              </a:defRPr>
            </a:lvl4pPr>
            <a:lvl5pPr algn="ctr">
              <a:defRPr sz="2850" b="1">
                <a:solidFill>
                  <a:srgbClr val="0D6B5E"/>
                </a:solidFill>
              </a:defRPr>
            </a:lvl5pPr>
            <a:lvl6pPr algn="ctr">
              <a:defRPr sz="2850" b="1">
                <a:solidFill>
                  <a:srgbClr val="0D6B5E"/>
                </a:solidFill>
              </a:defRPr>
            </a:lvl6pPr>
            <a:lvl7pPr algn="ctr">
              <a:defRPr sz="2850" b="1">
                <a:solidFill>
                  <a:srgbClr val="0D6B5E"/>
                </a:solidFill>
              </a:defRPr>
            </a:lvl7pPr>
            <a:lvl8pPr algn="ctr">
              <a:defRPr sz="2850" b="1">
                <a:solidFill>
                  <a:srgbClr val="0D6B5E"/>
                </a:solidFill>
              </a:defRPr>
            </a:lvl8pPr>
            <a:lvl9pPr algn="ctr">
              <a:defRPr sz="28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0D6B5E"/>
                </a:solidFill>
              </a:defRPr>
            </a:pPr>
            <a:r>
              <a:rPr sz="2850" b="1">
                <a:solidFill>
                  <a:srgbClr val="0D6B5E"/>
                </a:solidFill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6DBB47-A3C1-4E9A-832F-41FB9FE0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00250"/>
            <a:ext cx="177165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DFF3EC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AC64E1-FC8C-4E3B-ACEF-60202078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717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0D6B5E"/>
                </a:solidFill>
              </a:defRPr>
            </a:defPPr>
            <a:lvl1pPr algn="ctr">
              <a:defRPr sz="1350" b="1">
                <a:solidFill>
                  <a:srgbClr val="0D6B5E"/>
                </a:solidFill>
              </a:defRPr>
            </a:lvl1pPr>
            <a:lvl2pPr algn="ctr">
              <a:defRPr sz="1350" b="1">
                <a:solidFill>
                  <a:srgbClr val="0D6B5E"/>
                </a:solidFill>
              </a:defRPr>
            </a:lvl2pPr>
            <a:lvl3pPr algn="ctr">
              <a:defRPr sz="1350" b="1">
                <a:solidFill>
                  <a:srgbClr val="0D6B5E"/>
                </a:solidFill>
              </a:defRPr>
            </a:lvl3pPr>
            <a:lvl4pPr algn="ctr">
              <a:defRPr sz="1350" b="1">
                <a:solidFill>
                  <a:srgbClr val="0D6B5E"/>
                </a:solidFill>
              </a:defRPr>
            </a:lvl4pPr>
            <a:lvl5pPr algn="ctr">
              <a:defRPr sz="1350" b="1">
                <a:solidFill>
                  <a:srgbClr val="0D6B5E"/>
                </a:solidFill>
              </a:defRPr>
            </a:lvl5pPr>
            <a:lvl6pPr algn="ctr">
              <a:defRPr sz="1350" b="1">
                <a:solidFill>
                  <a:srgbClr val="0D6B5E"/>
                </a:solidFill>
              </a:defRPr>
            </a:lvl6pPr>
            <a:lvl7pPr algn="ctr">
              <a:defRPr sz="1350" b="1">
                <a:solidFill>
                  <a:srgbClr val="0D6B5E"/>
                </a:solidFill>
              </a:defRPr>
            </a:lvl7pPr>
            <a:lvl8pPr algn="ctr">
              <a:defRPr sz="1350" b="1">
                <a:solidFill>
                  <a:srgbClr val="0D6B5E"/>
                </a:solidFill>
              </a:defRPr>
            </a:lvl8pPr>
            <a:lvl9pPr algn="ctr">
              <a:defRPr sz="13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D6B5E"/>
                </a:solidFill>
              </a:defRPr>
            </a:pPr>
            <a:r>
              <a:rPr sz="1350" b="1">
                <a:solidFill>
                  <a:srgbClr val="0D6B5E"/>
                </a:solidFill>
              </a:rPr>
              <a:t>Worker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D3559F-48E0-4F06-B2B2-DF2CED4B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09850"/>
            <a:ext cx="1466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526262"/>
                </a:solidFill>
              </a:defRPr>
            </a:defPPr>
            <a:lvl1pPr algn="ctr">
              <a:defRPr sz="1050" b="0">
                <a:solidFill>
                  <a:srgbClr val="526262"/>
                </a:solidFill>
              </a:defRPr>
            </a:lvl1pPr>
            <a:lvl2pPr algn="ctr">
              <a:defRPr sz="1050" b="0">
                <a:solidFill>
                  <a:srgbClr val="526262"/>
                </a:solidFill>
              </a:defRPr>
            </a:lvl2pPr>
            <a:lvl3pPr algn="ctr">
              <a:defRPr sz="1050" b="0">
                <a:solidFill>
                  <a:srgbClr val="526262"/>
                </a:solidFill>
              </a:defRPr>
            </a:lvl3pPr>
            <a:lvl4pPr algn="ctr">
              <a:defRPr sz="1050" b="0">
                <a:solidFill>
                  <a:srgbClr val="526262"/>
                </a:solidFill>
              </a:defRPr>
            </a:lvl4pPr>
            <a:lvl5pPr algn="ctr">
              <a:defRPr sz="1050" b="0">
                <a:solidFill>
                  <a:srgbClr val="526262"/>
                </a:solidFill>
              </a:defRPr>
            </a:lvl5pPr>
            <a:lvl6pPr algn="ctr">
              <a:defRPr sz="1050" b="0">
                <a:solidFill>
                  <a:srgbClr val="526262"/>
                </a:solidFill>
              </a:defRPr>
            </a:lvl6pPr>
            <a:lvl7pPr algn="ctr">
              <a:defRPr sz="1050" b="0">
                <a:solidFill>
                  <a:srgbClr val="526262"/>
                </a:solidFill>
              </a:defRPr>
            </a:lvl7pPr>
            <a:lvl8pPr algn="ctr">
              <a:defRPr sz="1050" b="0">
                <a:solidFill>
                  <a:srgbClr val="526262"/>
                </a:solidFill>
              </a:defRPr>
            </a:lvl8pPr>
            <a:lvl9pPr algn="ctr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Claims jobs and calculates context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B75542-B3D7-4CD4-BAFB-052664CB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33650"/>
            <a:ext cx="40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0D6B5E"/>
                </a:solidFill>
              </a:defRPr>
            </a:defPPr>
            <a:lvl1pPr algn="ctr">
              <a:defRPr sz="2850" b="1">
                <a:solidFill>
                  <a:srgbClr val="0D6B5E"/>
                </a:solidFill>
              </a:defRPr>
            </a:lvl1pPr>
            <a:lvl2pPr algn="ctr">
              <a:defRPr sz="2850" b="1">
                <a:solidFill>
                  <a:srgbClr val="0D6B5E"/>
                </a:solidFill>
              </a:defRPr>
            </a:lvl2pPr>
            <a:lvl3pPr algn="ctr">
              <a:defRPr sz="2850" b="1">
                <a:solidFill>
                  <a:srgbClr val="0D6B5E"/>
                </a:solidFill>
              </a:defRPr>
            </a:lvl3pPr>
            <a:lvl4pPr algn="ctr">
              <a:defRPr sz="2850" b="1">
                <a:solidFill>
                  <a:srgbClr val="0D6B5E"/>
                </a:solidFill>
              </a:defRPr>
            </a:lvl4pPr>
            <a:lvl5pPr algn="ctr">
              <a:defRPr sz="2850" b="1">
                <a:solidFill>
                  <a:srgbClr val="0D6B5E"/>
                </a:solidFill>
              </a:defRPr>
            </a:lvl5pPr>
            <a:lvl6pPr algn="ctr">
              <a:defRPr sz="2850" b="1">
                <a:solidFill>
                  <a:srgbClr val="0D6B5E"/>
                </a:solidFill>
              </a:defRPr>
            </a:lvl6pPr>
            <a:lvl7pPr algn="ctr">
              <a:defRPr sz="2850" b="1">
                <a:solidFill>
                  <a:srgbClr val="0D6B5E"/>
                </a:solidFill>
              </a:defRPr>
            </a:lvl7pPr>
            <a:lvl8pPr algn="ctr">
              <a:defRPr sz="2850" b="1">
                <a:solidFill>
                  <a:srgbClr val="0D6B5E"/>
                </a:solidFill>
              </a:defRPr>
            </a:lvl8pPr>
            <a:lvl9pPr algn="ctr">
              <a:defRPr sz="28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0D6B5E"/>
                </a:solidFill>
              </a:defRPr>
            </a:pPr>
            <a:r>
              <a:rPr sz="2850" b="1">
                <a:solidFill>
                  <a:srgbClr val="0D6B5E"/>
                </a:solidFill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01C3EF-9C99-4C3E-A17B-5BDA7ED7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000250"/>
            <a:ext cx="177165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E1C84D-AF6E-4E27-9932-C8A025CF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717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0D6B5E"/>
                </a:solidFill>
              </a:defRPr>
            </a:defPPr>
            <a:lvl1pPr algn="ctr">
              <a:defRPr sz="1350" b="1">
                <a:solidFill>
                  <a:srgbClr val="0D6B5E"/>
                </a:solidFill>
              </a:defRPr>
            </a:lvl1pPr>
            <a:lvl2pPr algn="ctr">
              <a:defRPr sz="1350" b="1">
                <a:solidFill>
                  <a:srgbClr val="0D6B5E"/>
                </a:solidFill>
              </a:defRPr>
            </a:lvl2pPr>
            <a:lvl3pPr algn="ctr">
              <a:defRPr sz="1350" b="1">
                <a:solidFill>
                  <a:srgbClr val="0D6B5E"/>
                </a:solidFill>
              </a:defRPr>
            </a:lvl3pPr>
            <a:lvl4pPr algn="ctr">
              <a:defRPr sz="1350" b="1">
                <a:solidFill>
                  <a:srgbClr val="0D6B5E"/>
                </a:solidFill>
              </a:defRPr>
            </a:lvl4pPr>
            <a:lvl5pPr algn="ctr">
              <a:defRPr sz="1350" b="1">
                <a:solidFill>
                  <a:srgbClr val="0D6B5E"/>
                </a:solidFill>
              </a:defRPr>
            </a:lvl5pPr>
            <a:lvl6pPr algn="ctr">
              <a:defRPr sz="1350" b="1">
                <a:solidFill>
                  <a:srgbClr val="0D6B5E"/>
                </a:solidFill>
              </a:defRPr>
            </a:lvl6pPr>
            <a:lvl7pPr algn="ctr">
              <a:defRPr sz="1350" b="1">
                <a:solidFill>
                  <a:srgbClr val="0D6B5E"/>
                </a:solidFill>
              </a:defRPr>
            </a:lvl7pPr>
            <a:lvl8pPr algn="ctr">
              <a:defRPr sz="1350" b="1">
                <a:solidFill>
                  <a:srgbClr val="0D6B5E"/>
                </a:solidFill>
              </a:defRPr>
            </a:lvl8pPr>
            <a:lvl9pPr algn="ctr">
              <a:defRPr sz="13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D6B5E"/>
                </a:solidFill>
              </a:defRPr>
            </a:pPr>
            <a:r>
              <a:rPr sz="1350" b="1">
                <a:solidFill>
                  <a:srgbClr val="0D6B5E"/>
                </a:solidFill>
              </a:rPr>
              <a:t>Data providers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A797CA-7D8A-4960-9C02-79D828D0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609850"/>
            <a:ext cx="1466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526262"/>
                </a:solidFill>
              </a:defRPr>
            </a:defPPr>
            <a:lvl1pPr algn="ctr">
              <a:defRPr sz="1050" b="0">
                <a:solidFill>
                  <a:srgbClr val="526262"/>
                </a:solidFill>
              </a:defRPr>
            </a:lvl1pPr>
            <a:lvl2pPr algn="ctr">
              <a:defRPr sz="1050" b="0">
                <a:solidFill>
                  <a:srgbClr val="526262"/>
                </a:solidFill>
              </a:defRPr>
            </a:lvl2pPr>
            <a:lvl3pPr algn="ctr">
              <a:defRPr sz="1050" b="0">
                <a:solidFill>
                  <a:srgbClr val="526262"/>
                </a:solidFill>
              </a:defRPr>
            </a:lvl3pPr>
            <a:lvl4pPr algn="ctr">
              <a:defRPr sz="1050" b="0">
                <a:solidFill>
                  <a:srgbClr val="526262"/>
                </a:solidFill>
              </a:defRPr>
            </a:lvl4pPr>
            <a:lvl5pPr algn="ctr">
              <a:defRPr sz="1050" b="0">
                <a:solidFill>
                  <a:srgbClr val="526262"/>
                </a:solidFill>
              </a:defRPr>
            </a:lvl5pPr>
            <a:lvl6pPr algn="ctr">
              <a:defRPr sz="1050" b="0">
                <a:solidFill>
                  <a:srgbClr val="526262"/>
                </a:solidFill>
              </a:defRPr>
            </a:lvl6pPr>
            <a:lvl7pPr algn="ctr">
              <a:defRPr sz="1050" b="0">
                <a:solidFill>
                  <a:srgbClr val="526262"/>
                </a:solidFill>
              </a:defRPr>
            </a:lvl7pPr>
            <a:lvl8pPr algn="ctr">
              <a:defRPr sz="1050" b="0">
                <a:solidFill>
                  <a:srgbClr val="526262"/>
                </a:solidFill>
              </a:defRPr>
            </a:lvl8pPr>
            <a:lvl9pPr algn="ctr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FABDEM</a:t>
            </a:r>
          </a:p>
          <a:p xmlns:a="http://schemas.openxmlformats.org/drawingml/2006/main">
            <a:pPr algn="ctr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Open-Meteo</a:t>
            </a:r>
          </a:p>
          <a:p xmlns:a="http://schemas.openxmlformats.org/drawingml/2006/main">
            <a:pPr algn="ctr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HydroSHEDS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D8D0E4-F425-4E1C-8DC0-5CD88D03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29100"/>
            <a:ext cx="638175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071C1D"/>
          </a:solidFill>
          <a:ln xmlns:a="http://schemas.openxmlformats.org/drawingml/2006/main" w="9525">
            <a:solidFill>
              <a:srgbClr val="071C1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604729-6450-4D71-8FBC-8C4FB9F0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400550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</a:defRPr>
            </a:defPPr>
            <a:lvl1pPr algn="l">
              <a:defRPr sz="1275" b="1">
                <a:solidFill>
                  <a:srgbClr val="FFFFFF"/>
                </a:solidFill>
              </a:defRPr>
            </a:lvl1pPr>
            <a:lvl2pPr algn="l">
              <a:defRPr sz="1275" b="1">
                <a:solidFill>
                  <a:srgbClr val="FFFFFF"/>
                </a:solidFill>
              </a:defRPr>
            </a:lvl2pPr>
            <a:lvl3pPr algn="l">
              <a:defRPr sz="1275" b="1">
                <a:solidFill>
                  <a:srgbClr val="FFFFFF"/>
                </a:solidFill>
              </a:defRPr>
            </a:lvl3pPr>
            <a:lvl4pPr algn="l">
              <a:defRPr sz="1275" b="1">
                <a:solidFill>
                  <a:srgbClr val="FFFFFF"/>
                </a:solidFill>
              </a:defRPr>
            </a:lvl4pPr>
            <a:lvl5pPr algn="l">
              <a:defRPr sz="1275" b="1">
                <a:solidFill>
                  <a:srgbClr val="FFFFFF"/>
                </a:solidFill>
              </a:defRPr>
            </a:lvl5pPr>
            <a:lvl6pPr algn="l">
              <a:defRPr sz="1275" b="1">
                <a:solidFill>
                  <a:srgbClr val="FFFFFF"/>
                </a:solidFill>
              </a:defRPr>
            </a:lvl6pPr>
            <a:lvl7pPr algn="l">
              <a:defRPr sz="1275" b="1">
                <a:solidFill>
                  <a:srgbClr val="FFFFFF"/>
                </a:solidFill>
              </a:defRPr>
            </a:lvl7pPr>
            <a:lvl8pPr algn="l">
              <a:defRPr sz="1275" b="1">
                <a:solidFill>
                  <a:srgbClr val="FFFFFF"/>
                </a:solidFill>
              </a:defRPr>
            </a:lvl8pPr>
            <a:lvl9pPr algn="l"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Docker exposes the app on localhost. PostgreSQL stays private. The worker claims jobs transactionally.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06867C-5197-441C-AA21-F4FB5906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1089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E86F51"/>
                </a:solidFill>
              </a:defRPr>
            </a:defPPr>
            <a:lvl1pPr algn="ctr">
              <a:defRPr sz="1350" b="1">
                <a:solidFill>
                  <a:srgbClr val="E86F51"/>
                </a:solidFill>
              </a:defRPr>
            </a:lvl1pPr>
            <a:lvl2pPr algn="ctr">
              <a:defRPr sz="1350" b="1">
                <a:solidFill>
                  <a:srgbClr val="E86F51"/>
                </a:solidFill>
              </a:defRPr>
            </a:lvl2pPr>
            <a:lvl3pPr algn="ctr">
              <a:defRPr sz="1350" b="1">
                <a:solidFill>
                  <a:srgbClr val="E86F51"/>
                </a:solidFill>
              </a:defRPr>
            </a:lvl3pPr>
            <a:lvl4pPr algn="ctr">
              <a:defRPr sz="1350" b="1">
                <a:solidFill>
                  <a:srgbClr val="E86F51"/>
                </a:solidFill>
              </a:defRPr>
            </a:lvl4pPr>
            <a:lvl5pPr algn="ctr">
              <a:defRPr sz="1350" b="1">
                <a:solidFill>
                  <a:srgbClr val="E86F51"/>
                </a:solidFill>
              </a:defRPr>
            </a:lvl5pPr>
            <a:lvl6pPr algn="ctr">
              <a:defRPr sz="1350" b="1">
                <a:solidFill>
                  <a:srgbClr val="E86F51"/>
                </a:solidFill>
              </a:defRPr>
            </a:lvl6pPr>
            <a:lvl7pPr algn="ctr">
              <a:defRPr sz="1350" b="1">
                <a:solidFill>
                  <a:srgbClr val="E86F51"/>
                </a:solidFill>
              </a:defRPr>
            </a:lvl7pPr>
            <a:lvl8pPr algn="ctr">
              <a:defRPr sz="1350" b="1">
                <a:solidFill>
                  <a:srgbClr val="E86F51"/>
                </a:solidFill>
              </a:defRPr>
            </a:lvl8pPr>
            <a:lvl9pPr algn="ctr">
              <a:defRPr sz="1350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E86F51"/>
                </a:solidFill>
              </a:defRPr>
            </a:pPr>
            <a:r>
              <a:rPr sz="1350" b="1">
                <a:solidFill>
                  <a:srgbClr val="E86F51"/>
                </a:solidFill>
              </a:rPr>
              <a:t>Offline research never writes a flood probability into the resident assessment.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8BD694-53F0-47BD-B469-4D58EC07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73962A-EDDC-459B-BB4E-06E5B823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6498178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F9B115-79FA-4AA8-8653-E3B1CCD4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1AAD79-5D40-43CD-A082-C9F61E29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From map click to neighbourhood assessment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145DBF-46CF-4332-B6E2-DCCEE255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BD541B-DB08-4198-BEF1-60390E4B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3333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A6BD37-9399-469D-A46C-CE42DFD8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3D79F9-398C-4882-A23A-47A46CA2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FCD30C-5BEC-4215-89BA-7D7E9293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1925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2A"/>
                </a:solidFill>
              </a:defRPr>
            </a:defPPr>
            <a:lvl1pPr algn="l">
              <a:defRPr sz="1425" b="1">
                <a:solidFill>
                  <a:srgbClr val="102A2A"/>
                </a:solidFill>
              </a:defRPr>
            </a:lvl1pPr>
            <a:lvl2pPr algn="l">
              <a:defRPr sz="1425" b="1">
                <a:solidFill>
                  <a:srgbClr val="102A2A"/>
                </a:solidFill>
              </a:defRPr>
            </a:lvl2pPr>
            <a:lvl3pPr algn="l">
              <a:defRPr sz="1425" b="1">
                <a:solidFill>
                  <a:srgbClr val="102A2A"/>
                </a:solidFill>
              </a:defRPr>
            </a:lvl3pPr>
            <a:lvl4pPr algn="l">
              <a:defRPr sz="1425" b="1">
                <a:solidFill>
                  <a:srgbClr val="102A2A"/>
                </a:solidFill>
              </a:defRPr>
            </a:lvl4pPr>
            <a:lvl5pPr algn="l">
              <a:defRPr sz="1425" b="1">
                <a:solidFill>
                  <a:srgbClr val="102A2A"/>
                </a:solidFill>
              </a:defRPr>
            </a:lvl5pPr>
            <a:lvl6pPr algn="l">
              <a:defRPr sz="1425" b="1">
                <a:solidFill>
                  <a:srgbClr val="102A2A"/>
                </a:solidFill>
              </a:defRPr>
            </a:lvl6pPr>
            <a:lvl7pPr algn="l">
              <a:defRPr sz="1425" b="1">
                <a:solidFill>
                  <a:srgbClr val="102A2A"/>
                </a:solidFill>
              </a:defRPr>
            </a:lvl7pPr>
            <a:lvl8pPr algn="l">
              <a:defRPr sz="1425" b="1">
                <a:solidFill>
                  <a:srgbClr val="102A2A"/>
                </a:solidFill>
              </a:defRPr>
            </a:lvl8pPr>
            <a:lvl9pPr algn="l">
              <a:defRPr sz="14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Select location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44586C-7061-45DF-BEE0-996FE467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6215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Click the map, choose a city, or enter coordinates.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100AB1-ECCC-42E8-B38C-707ADBDC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24000"/>
            <a:ext cx="3333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F4785F-2784-47B9-B545-81C4EC04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6954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17BB98-35D3-4F3C-81B9-801D19BC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695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9F9C22-6152-4107-BE68-AD30B9D9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161925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2A"/>
                </a:solidFill>
              </a:defRPr>
            </a:defPPr>
            <a:lvl1pPr algn="l">
              <a:defRPr sz="1425" b="1">
                <a:solidFill>
                  <a:srgbClr val="102A2A"/>
                </a:solidFill>
              </a:defRPr>
            </a:lvl1pPr>
            <a:lvl2pPr algn="l">
              <a:defRPr sz="1425" b="1">
                <a:solidFill>
                  <a:srgbClr val="102A2A"/>
                </a:solidFill>
              </a:defRPr>
            </a:lvl2pPr>
            <a:lvl3pPr algn="l">
              <a:defRPr sz="1425" b="1">
                <a:solidFill>
                  <a:srgbClr val="102A2A"/>
                </a:solidFill>
              </a:defRPr>
            </a:lvl3pPr>
            <a:lvl4pPr algn="l">
              <a:defRPr sz="1425" b="1">
                <a:solidFill>
                  <a:srgbClr val="102A2A"/>
                </a:solidFill>
              </a:defRPr>
            </a:lvl4pPr>
            <a:lvl5pPr algn="l">
              <a:defRPr sz="1425" b="1">
                <a:solidFill>
                  <a:srgbClr val="102A2A"/>
                </a:solidFill>
              </a:defRPr>
            </a:lvl5pPr>
            <a:lvl6pPr algn="l">
              <a:defRPr sz="1425" b="1">
                <a:solidFill>
                  <a:srgbClr val="102A2A"/>
                </a:solidFill>
              </a:defRPr>
            </a:lvl6pPr>
            <a:lvl7pPr algn="l">
              <a:defRPr sz="1425" b="1">
                <a:solidFill>
                  <a:srgbClr val="102A2A"/>
                </a:solidFill>
              </a:defRPr>
            </a:lvl7pPr>
            <a:lvl8pPr algn="l">
              <a:defRPr sz="1425" b="1">
                <a:solidFill>
                  <a:srgbClr val="102A2A"/>
                </a:solidFill>
              </a:defRPr>
            </a:lvl8pPr>
            <a:lvl9pPr algn="l">
              <a:defRPr sz="14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Choose area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F50C56-5064-4301-B995-0F1BD7B9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196215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Select a 1 km, 2 km, or 5 km circle.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9065B0-91CC-43E3-BB6C-E6D17E43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24000"/>
            <a:ext cx="3333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B7E63A-AC6D-46CA-9CD8-CC467A66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954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ACCB4C-01E3-4F6C-BCA4-121008F5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95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DAD5B0-EF14-4F96-88D9-9807054D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1925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2A"/>
                </a:solidFill>
              </a:defRPr>
            </a:defPPr>
            <a:lvl1pPr algn="l">
              <a:defRPr sz="1425" b="1">
                <a:solidFill>
                  <a:srgbClr val="102A2A"/>
                </a:solidFill>
              </a:defRPr>
            </a:lvl1pPr>
            <a:lvl2pPr algn="l">
              <a:defRPr sz="1425" b="1">
                <a:solidFill>
                  <a:srgbClr val="102A2A"/>
                </a:solidFill>
              </a:defRPr>
            </a:lvl2pPr>
            <a:lvl3pPr algn="l">
              <a:defRPr sz="1425" b="1">
                <a:solidFill>
                  <a:srgbClr val="102A2A"/>
                </a:solidFill>
              </a:defRPr>
            </a:lvl3pPr>
            <a:lvl4pPr algn="l">
              <a:defRPr sz="1425" b="1">
                <a:solidFill>
                  <a:srgbClr val="102A2A"/>
                </a:solidFill>
              </a:defRPr>
            </a:lvl4pPr>
            <a:lvl5pPr algn="l">
              <a:defRPr sz="1425" b="1">
                <a:solidFill>
                  <a:srgbClr val="102A2A"/>
                </a:solidFill>
              </a:defRPr>
            </a:lvl5pPr>
            <a:lvl6pPr algn="l">
              <a:defRPr sz="1425" b="1">
                <a:solidFill>
                  <a:srgbClr val="102A2A"/>
                </a:solidFill>
              </a:defRPr>
            </a:lvl6pPr>
            <a:lvl7pPr algn="l">
              <a:defRPr sz="1425" b="1">
                <a:solidFill>
                  <a:srgbClr val="102A2A"/>
                </a:solidFill>
              </a:defRPr>
            </a:lvl7pPr>
            <a:lvl8pPr algn="l">
              <a:defRPr sz="1425" b="1">
                <a:solidFill>
                  <a:srgbClr val="102A2A"/>
                </a:solidFill>
              </a:defRPr>
            </a:lvl8pPr>
            <a:lvl9pPr algn="l">
              <a:defRPr sz="14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Create job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538BD4-C140-416F-8AA2-A01D9D3F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6215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FastAPI validates input and stores a UUID job.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F74FC5-241D-41DB-9E08-AC3F1863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62300"/>
            <a:ext cx="3333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153957-1166-4EF7-A9C6-9899E5AA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842541-0429-4712-8793-E252D14E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5193D6-CA69-418D-BFB1-E0593AD7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5755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2A"/>
                </a:solidFill>
              </a:defRPr>
            </a:defPPr>
            <a:lvl1pPr algn="l">
              <a:defRPr sz="1425" b="1">
                <a:solidFill>
                  <a:srgbClr val="102A2A"/>
                </a:solidFill>
              </a:defRPr>
            </a:lvl1pPr>
            <a:lvl2pPr algn="l">
              <a:defRPr sz="1425" b="1">
                <a:solidFill>
                  <a:srgbClr val="102A2A"/>
                </a:solidFill>
              </a:defRPr>
            </a:lvl2pPr>
            <a:lvl3pPr algn="l">
              <a:defRPr sz="1425" b="1">
                <a:solidFill>
                  <a:srgbClr val="102A2A"/>
                </a:solidFill>
              </a:defRPr>
            </a:lvl3pPr>
            <a:lvl4pPr algn="l">
              <a:defRPr sz="1425" b="1">
                <a:solidFill>
                  <a:srgbClr val="102A2A"/>
                </a:solidFill>
              </a:defRPr>
            </a:lvl4pPr>
            <a:lvl5pPr algn="l">
              <a:defRPr sz="1425" b="1">
                <a:solidFill>
                  <a:srgbClr val="102A2A"/>
                </a:solidFill>
              </a:defRPr>
            </a:lvl5pPr>
            <a:lvl6pPr algn="l">
              <a:defRPr sz="1425" b="1">
                <a:solidFill>
                  <a:srgbClr val="102A2A"/>
                </a:solidFill>
              </a:defRPr>
            </a:lvl6pPr>
            <a:lvl7pPr algn="l">
              <a:defRPr sz="1425" b="1">
                <a:solidFill>
                  <a:srgbClr val="102A2A"/>
                </a:solidFill>
              </a:defRPr>
            </a:lvl7pPr>
            <a:lvl8pPr algn="l">
              <a:defRPr sz="1425" b="1">
                <a:solidFill>
                  <a:srgbClr val="102A2A"/>
                </a:solidFill>
              </a:defRPr>
            </a:lvl8pPr>
            <a:lvl9pPr algn="l">
              <a:defRPr sz="14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Collect context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E9E6B0-A57E-4AA1-AB7F-50D2A176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0045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Worker samples terrain, rain, and river-basin data.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993CA5-90E3-46A6-BF52-65BD2282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62300"/>
            <a:ext cx="3333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242085-8763-4063-A05C-62F6BA40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3337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2DF92F-AF1C-432E-B250-2C3DFE6E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333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72706B-D75B-4302-B101-453ABB1F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25755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2A"/>
                </a:solidFill>
              </a:defRPr>
            </a:defPPr>
            <a:lvl1pPr algn="l">
              <a:defRPr sz="1425" b="1">
                <a:solidFill>
                  <a:srgbClr val="102A2A"/>
                </a:solidFill>
              </a:defRPr>
            </a:lvl1pPr>
            <a:lvl2pPr algn="l">
              <a:defRPr sz="1425" b="1">
                <a:solidFill>
                  <a:srgbClr val="102A2A"/>
                </a:solidFill>
              </a:defRPr>
            </a:lvl2pPr>
            <a:lvl3pPr algn="l">
              <a:defRPr sz="1425" b="1">
                <a:solidFill>
                  <a:srgbClr val="102A2A"/>
                </a:solidFill>
              </a:defRPr>
            </a:lvl3pPr>
            <a:lvl4pPr algn="l">
              <a:defRPr sz="1425" b="1">
                <a:solidFill>
                  <a:srgbClr val="102A2A"/>
                </a:solidFill>
              </a:defRPr>
            </a:lvl4pPr>
            <a:lvl5pPr algn="l">
              <a:defRPr sz="1425" b="1">
                <a:solidFill>
                  <a:srgbClr val="102A2A"/>
                </a:solidFill>
              </a:defRPr>
            </a:lvl5pPr>
            <a:lvl6pPr algn="l">
              <a:defRPr sz="1425" b="1">
                <a:solidFill>
                  <a:srgbClr val="102A2A"/>
                </a:solidFill>
              </a:defRPr>
            </a:lvl6pPr>
            <a:lvl7pPr algn="l">
              <a:defRPr sz="1425" b="1">
                <a:solidFill>
                  <a:srgbClr val="102A2A"/>
                </a:solidFill>
              </a:defRPr>
            </a:lvl7pPr>
            <a:lvl8pPr algn="l">
              <a:defRPr sz="1425" b="1">
                <a:solidFill>
                  <a:srgbClr val="102A2A"/>
                </a:solidFill>
              </a:defRPr>
            </a:lvl8pPr>
            <a:lvl9pPr algn="l">
              <a:defRPr sz="14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Persist result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F492F6-9065-4BD6-A388-17B0A92D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60045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PostGIS stores factors, provenance, and status.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4BB15A-DCC7-4CC9-A09F-0DB17ED3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62300"/>
            <a:ext cx="3333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17945F-6C34-4A7D-8F35-EA4E45B1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337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2FB12F-8482-4E8B-8C61-726F03DC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33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475C67-3C50-4C3A-910B-A30A5D1D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5755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2A"/>
                </a:solidFill>
              </a:defRPr>
            </a:defPPr>
            <a:lvl1pPr algn="l">
              <a:defRPr sz="1425" b="1">
                <a:solidFill>
                  <a:srgbClr val="102A2A"/>
                </a:solidFill>
              </a:defRPr>
            </a:lvl1pPr>
            <a:lvl2pPr algn="l">
              <a:defRPr sz="1425" b="1">
                <a:solidFill>
                  <a:srgbClr val="102A2A"/>
                </a:solidFill>
              </a:defRPr>
            </a:lvl2pPr>
            <a:lvl3pPr algn="l">
              <a:defRPr sz="1425" b="1">
                <a:solidFill>
                  <a:srgbClr val="102A2A"/>
                </a:solidFill>
              </a:defRPr>
            </a:lvl3pPr>
            <a:lvl4pPr algn="l">
              <a:defRPr sz="1425" b="1">
                <a:solidFill>
                  <a:srgbClr val="102A2A"/>
                </a:solidFill>
              </a:defRPr>
            </a:lvl4pPr>
            <a:lvl5pPr algn="l">
              <a:defRPr sz="1425" b="1">
                <a:solidFill>
                  <a:srgbClr val="102A2A"/>
                </a:solidFill>
              </a:defRPr>
            </a:lvl5pPr>
            <a:lvl6pPr algn="l">
              <a:defRPr sz="1425" b="1">
                <a:solidFill>
                  <a:srgbClr val="102A2A"/>
                </a:solidFill>
              </a:defRPr>
            </a:lvl6pPr>
            <a:lvl7pPr algn="l">
              <a:defRPr sz="1425" b="1">
                <a:solidFill>
                  <a:srgbClr val="102A2A"/>
                </a:solidFill>
              </a:defRPr>
            </a:lvl7pPr>
            <a:lvl8pPr algn="l">
              <a:defRPr sz="1425" b="1">
                <a:solidFill>
                  <a:srgbClr val="102A2A"/>
                </a:solidFill>
              </a:defRPr>
            </a:lvl8pPr>
            <a:lvl9pPr algn="l">
              <a:defRPr sz="14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Explain result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B92C5F-0096-4663-98B4-E1D9218F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0045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Frontend shows result cards or an unavailable state.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AA4125-D515-4761-BF5A-687DDA38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08966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DFF3EC"/>
          </a:solidFill>
          <a:ln xmlns:a="http://schemas.openxmlformats.org/drawingml/2006/main" w="9525">
            <a:solidFill>
              <a:srgbClr val="DFF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FD9A05-015B-4317-ABE3-DC35FDCF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149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0D6B5E"/>
                </a:solidFill>
              </a:defRPr>
            </a:defPPr>
            <a:lvl1pPr algn="ctr">
              <a:defRPr sz="1425" b="1">
                <a:solidFill>
                  <a:srgbClr val="0D6B5E"/>
                </a:solidFill>
              </a:defRPr>
            </a:lvl1pPr>
            <a:lvl2pPr algn="ctr">
              <a:defRPr sz="1425" b="1">
                <a:solidFill>
                  <a:srgbClr val="0D6B5E"/>
                </a:solidFill>
              </a:defRPr>
            </a:lvl2pPr>
            <a:lvl3pPr algn="ctr">
              <a:defRPr sz="1425" b="1">
                <a:solidFill>
                  <a:srgbClr val="0D6B5E"/>
                </a:solidFill>
              </a:defRPr>
            </a:lvl3pPr>
            <a:lvl4pPr algn="ctr">
              <a:defRPr sz="1425" b="1">
                <a:solidFill>
                  <a:srgbClr val="0D6B5E"/>
                </a:solidFill>
              </a:defRPr>
            </a:lvl4pPr>
            <a:lvl5pPr algn="ctr">
              <a:defRPr sz="1425" b="1">
                <a:solidFill>
                  <a:srgbClr val="0D6B5E"/>
                </a:solidFill>
              </a:defRPr>
            </a:lvl5pPr>
            <a:lvl6pPr algn="ctr">
              <a:defRPr sz="1425" b="1">
                <a:solidFill>
                  <a:srgbClr val="0D6B5E"/>
                </a:solidFill>
              </a:defRPr>
            </a:lvl6pPr>
            <a:lvl7pPr algn="ctr">
              <a:defRPr sz="1425" b="1">
                <a:solidFill>
                  <a:srgbClr val="0D6B5E"/>
                </a:solidFill>
              </a:defRPr>
            </a:lvl7pPr>
            <a:lvl8pPr algn="ctr">
              <a:defRPr sz="1425" b="1">
                <a:solidFill>
                  <a:srgbClr val="0D6B5E"/>
                </a:solidFill>
              </a:defRPr>
            </a:lvl8pPr>
            <a:lvl9pPr algn="ctr">
              <a:defRPr sz="14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0D6B5E"/>
                </a:solidFill>
              </a:defRPr>
            </a:pPr>
            <a:r>
              <a:rPr sz="1425" b="1">
                <a:solidFill>
                  <a:srgbClr val="0D6B5E"/>
                </a:solidFill>
              </a:rPr>
              <a:t>queued  ›  running  ›  complete     or     waiting_for_data / outside_coverage / failed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51895F-75CB-4A37-BAA8-F0B99F9C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F1AFE5-82AB-4AC7-8C15-4EBA95CA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630004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9A6400-225D-4213-B71D-C0DB6306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F3737D-0812-49CE-B635-F350054E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Terrain score: deterministic, local, and explainable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B4E667-52B5-48BB-B7AB-7CDCAAAC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A3E5E8-3FE5-46CF-9CE3-7DC68792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50482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21A31C-8CA1-419B-BC3C-6A313628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764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02A2A"/>
                </a:solidFill>
              </a:defRPr>
            </a:defPPr>
            <a:lvl1pPr algn="l">
              <a:defRPr sz="1650" b="1">
                <a:solidFill>
                  <a:srgbClr val="102A2A"/>
                </a:solidFill>
              </a:defRPr>
            </a:lvl1pPr>
            <a:lvl2pPr algn="l">
              <a:defRPr sz="1650" b="1">
                <a:solidFill>
                  <a:srgbClr val="102A2A"/>
                </a:solidFill>
              </a:defRPr>
            </a:lvl2pPr>
            <a:lvl3pPr algn="l">
              <a:defRPr sz="1650" b="1">
                <a:solidFill>
                  <a:srgbClr val="102A2A"/>
                </a:solidFill>
              </a:defRPr>
            </a:lvl3pPr>
            <a:lvl4pPr algn="l">
              <a:defRPr sz="1650" b="1">
                <a:solidFill>
                  <a:srgbClr val="102A2A"/>
                </a:solidFill>
              </a:defRPr>
            </a:lvl4pPr>
            <a:lvl5pPr algn="l">
              <a:defRPr sz="1650" b="1">
                <a:solidFill>
                  <a:srgbClr val="102A2A"/>
                </a:solidFill>
              </a:defRPr>
            </a:lvl5pPr>
            <a:lvl6pPr algn="l">
              <a:defRPr sz="1650" b="1">
                <a:solidFill>
                  <a:srgbClr val="102A2A"/>
                </a:solidFill>
              </a:defRPr>
            </a:lvl6pPr>
            <a:lvl7pPr algn="l">
              <a:defRPr sz="1650" b="1">
                <a:solidFill>
                  <a:srgbClr val="102A2A"/>
                </a:solidFill>
              </a:defRPr>
            </a:lvl7pPr>
            <a:lvl8pPr algn="l">
              <a:defRPr sz="1650" b="1">
                <a:solidFill>
                  <a:srgbClr val="102A2A"/>
                </a:solidFill>
              </a:defRPr>
            </a:lvl8pPr>
            <a:lvl9pPr algn="l">
              <a:defRPr sz="16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A2A"/>
                </a:solidFill>
              </a:defRPr>
            </a:pPr>
            <a:r>
              <a:rPr sz="1650" b="1">
                <a:solidFill>
                  <a:srgbClr val="102A2A"/>
                </a:solidFill>
              </a:rPr>
              <a:t>Relative terrain susceptibility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717BFD-6628-4572-8A78-9900BE2E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0D6B5E"/>
                </a:solidFill>
              </a:defRPr>
            </a:defPPr>
            <a:lvl1pPr algn="l">
              <a:defRPr sz="2625" b="1">
                <a:solidFill>
                  <a:srgbClr val="0D6B5E"/>
                </a:solidFill>
              </a:defRPr>
            </a:lvl1pPr>
            <a:lvl2pPr algn="l">
              <a:defRPr sz="2625" b="1">
                <a:solidFill>
                  <a:srgbClr val="0D6B5E"/>
                </a:solidFill>
              </a:defRPr>
            </a:lvl2pPr>
            <a:lvl3pPr algn="l">
              <a:defRPr sz="2625" b="1">
                <a:solidFill>
                  <a:srgbClr val="0D6B5E"/>
                </a:solidFill>
              </a:defRPr>
            </a:lvl3pPr>
            <a:lvl4pPr algn="l">
              <a:defRPr sz="2625" b="1">
                <a:solidFill>
                  <a:srgbClr val="0D6B5E"/>
                </a:solidFill>
              </a:defRPr>
            </a:lvl4pPr>
            <a:lvl5pPr algn="l">
              <a:defRPr sz="2625" b="1">
                <a:solidFill>
                  <a:srgbClr val="0D6B5E"/>
                </a:solidFill>
              </a:defRPr>
            </a:lvl5pPr>
            <a:lvl6pPr algn="l">
              <a:defRPr sz="2625" b="1">
                <a:solidFill>
                  <a:srgbClr val="0D6B5E"/>
                </a:solidFill>
              </a:defRPr>
            </a:lvl6pPr>
            <a:lvl7pPr algn="l">
              <a:defRPr sz="2625" b="1">
                <a:solidFill>
                  <a:srgbClr val="0D6B5E"/>
                </a:solidFill>
              </a:defRPr>
            </a:lvl7pPr>
            <a:lvl8pPr algn="l">
              <a:defRPr sz="2625" b="1">
                <a:solidFill>
                  <a:srgbClr val="0D6B5E"/>
                </a:solidFill>
              </a:defRPr>
            </a:lvl8pPr>
            <a:lvl9pPr algn="l">
              <a:defRPr sz="26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D6B5E"/>
                </a:solidFill>
              </a:defRPr>
            </a:pPr>
            <a:r>
              <a:rPr sz="2625" b="1">
                <a:solidFill>
                  <a:srgbClr val="0D6B5E"/>
                </a:solidFill>
              </a:rPr>
              <a:t>55%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0CD72A-59A7-4A59-B144-8B6281F7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low relative elevation position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10E571-5F97-4CC9-A549-472BE7D7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050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407BC1"/>
                </a:solidFill>
              </a:defRPr>
            </a:defPPr>
            <a:lvl1pPr algn="l">
              <a:defRPr sz="2625" b="1">
                <a:solidFill>
                  <a:srgbClr val="407BC1"/>
                </a:solidFill>
              </a:defRPr>
            </a:lvl1pPr>
            <a:lvl2pPr algn="l">
              <a:defRPr sz="2625" b="1">
                <a:solidFill>
                  <a:srgbClr val="407BC1"/>
                </a:solidFill>
              </a:defRPr>
            </a:lvl2pPr>
            <a:lvl3pPr algn="l">
              <a:defRPr sz="2625" b="1">
                <a:solidFill>
                  <a:srgbClr val="407BC1"/>
                </a:solidFill>
              </a:defRPr>
            </a:lvl3pPr>
            <a:lvl4pPr algn="l">
              <a:defRPr sz="2625" b="1">
                <a:solidFill>
                  <a:srgbClr val="407BC1"/>
                </a:solidFill>
              </a:defRPr>
            </a:lvl4pPr>
            <a:lvl5pPr algn="l">
              <a:defRPr sz="2625" b="1">
                <a:solidFill>
                  <a:srgbClr val="407BC1"/>
                </a:solidFill>
              </a:defRPr>
            </a:lvl5pPr>
            <a:lvl6pPr algn="l">
              <a:defRPr sz="2625" b="1">
                <a:solidFill>
                  <a:srgbClr val="407BC1"/>
                </a:solidFill>
              </a:defRPr>
            </a:lvl6pPr>
            <a:lvl7pPr algn="l">
              <a:defRPr sz="2625" b="1">
                <a:solidFill>
                  <a:srgbClr val="407BC1"/>
                </a:solidFill>
              </a:defRPr>
            </a:lvl7pPr>
            <a:lvl8pPr algn="l">
              <a:defRPr sz="2625" b="1">
                <a:solidFill>
                  <a:srgbClr val="407BC1"/>
                </a:solidFill>
              </a:defRPr>
            </a:lvl8pPr>
            <a:lvl9pPr algn="l">
              <a:defRPr sz="2625" b="1">
                <a:solidFill>
                  <a:srgbClr val="407BC1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407BC1"/>
                </a:solidFill>
              </a:defRPr>
            </a:pPr>
            <a:r>
              <a:rPr sz="2625" b="1">
                <a:solidFill>
                  <a:srgbClr val="407BC1"/>
                </a:solidFill>
              </a:rPr>
              <a:t>25%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BD0F68-CFA1-4A3E-BF09-42B1D0E9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432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flatness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A17BAF-A4A6-43D4-A7A7-E89BDFEF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26B6CF"/>
                </a:solidFill>
              </a:defRPr>
            </a:defPPr>
            <a:lvl1pPr algn="l">
              <a:defRPr sz="2625" b="1">
                <a:solidFill>
                  <a:srgbClr val="26B6CF"/>
                </a:solidFill>
              </a:defRPr>
            </a:lvl1pPr>
            <a:lvl2pPr algn="l">
              <a:defRPr sz="2625" b="1">
                <a:solidFill>
                  <a:srgbClr val="26B6CF"/>
                </a:solidFill>
              </a:defRPr>
            </a:lvl2pPr>
            <a:lvl3pPr algn="l">
              <a:defRPr sz="2625" b="1">
                <a:solidFill>
                  <a:srgbClr val="26B6CF"/>
                </a:solidFill>
              </a:defRPr>
            </a:lvl3pPr>
            <a:lvl4pPr algn="l">
              <a:defRPr sz="2625" b="1">
                <a:solidFill>
                  <a:srgbClr val="26B6CF"/>
                </a:solidFill>
              </a:defRPr>
            </a:lvl4pPr>
            <a:lvl5pPr algn="l">
              <a:defRPr sz="2625" b="1">
                <a:solidFill>
                  <a:srgbClr val="26B6CF"/>
                </a:solidFill>
              </a:defRPr>
            </a:lvl5pPr>
            <a:lvl6pPr algn="l">
              <a:defRPr sz="2625" b="1">
                <a:solidFill>
                  <a:srgbClr val="26B6CF"/>
                </a:solidFill>
              </a:defRPr>
            </a:lvl6pPr>
            <a:lvl7pPr algn="l">
              <a:defRPr sz="2625" b="1">
                <a:solidFill>
                  <a:srgbClr val="26B6CF"/>
                </a:solidFill>
              </a:defRPr>
            </a:lvl7pPr>
            <a:lvl8pPr algn="l">
              <a:defRPr sz="2625" b="1">
                <a:solidFill>
                  <a:srgbClr val="26B6CF"/>
                </a:solidFill>
              </a:defRPr>
            </a:lvl8pPr>
            <a:lvl9pPr algn="l">
              <a:defRPr sz="262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26B6CF"/>
                </a:solidFill>
              </a:defRPr>
            </a:pPr>
            <a:r>
              <a:rPr sz="2625" b="1">
                <a:solidFill>
                  <a:srgbClr val="26B6CF"/>
                </a:solidFill>
              </a:rPr>
              <a:t>20%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4A0070-1B7D-4233-BCA3-FC2354C2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100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low local relief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1C94C7-0953-47E9-AF52-BD5F6075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529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526262"/>
                </a:solidFill>
              </a:defRPr>
            </a:defPPr>
            <a:lvl1pPr algn="l">
              <a:defRPr sz="1125" b="1">
                <a:solidFill>
                  <a:srgbClr val="526262"/>
                </a:solidFill>
              </a:defRPr>
            </a:lvl1pPr>
            <a:lvl2pPr algn="l">
              <a:defRPr sz="1125" b="1">
                <a:solidFill>
                  <a:srgbClr val="526262"/>
                </a:solidFill>
              </a:defRPr>
            </a:lvl2pPr>
            <a:lvl3pPr algn="l">
              <a:defRPr sz="1125" b="1">
                <a:solidFill>
                  <a:srgbClr val="526262"/>
                </a:solidFill>
              </a:defRPr>
            </a:lvl3pPr>
            <a:lvl4pPr algn="l">
              <a:defRPr sz="1125" b="1">
                <a:solidFill>
                  <a:srgbClr val="526262"/>
                </a:solidFill>
              </a:defRPr>
            </a:lvl4pPr>
            <a:lvl5pPr algn="l">
              <a:defRPr sz="1125" b="1">
                <a:solidFill>
                  <a:srgbClr val="526262"/>
                </a:solidFill>
              </a:defRPr>
            </a:lvl5pPr>
            <a:lvl6pPr algn="l">
              <a:defRPr sz="1125" b="1">
                <a:solidFill>
                  <a:srgbClr val="526262"/>
                </a:solidFill>
              </a:defRPr>
            </a:lvl6pPr>
            <a:lvl7pPr algn="l">
              <a:defRPr sz="1125" b="1">
                <a:solidFill>
                  <a:srgbClr val="526262"/>
                </a:solidFill>
              </a:defRPr>
            </a:lvl7pPr>
            <a:lvl8pPr algn="l">
              <a:defRPr sz="1125" b="1">
                <a:solidFill>
                  <a:srgbClr val="526262"/>
                </a:solidFill>
              </a:defRPr>
            </a:lvl8pPr>
            <a:lvl9pPr algn="l">
              <a:defRPr sz="11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526262"/>
                </a:solidFill>
              </a:defRPr>
            </a:pPr>
            <a:r>
              <a:rPr sz="1125" b="1">
                <a:solidFill>
                  <a:srgbClr val="526262"/>
                </a:solidFill>
              </a:rPr>
              <a:t>0–33 lower   •   34–66 moderate   •   67–100 higher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FEE099-7E92-4B71-8AAB-85113C11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28750"/>
            <a:ext cx="54292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71C1D"/>
          </a:solidFill>
          <a:ln xmlns:a="http://schemas.openxmlformats.org/drawingml/2006/main" w="9525">
            <a:solidFill>
              <a:srgbClr val="071C1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4B3CA5-93BF-4970-B902-EC079146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954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</a:defRPr>
            </a:defPPr>
            <a:lvl1pPr algn="l">
              <a:defRPr sz="1725" b="1">
                <a:solidFill>
                  <a:srgbClr val="FFFFFF"/>
                </a:solidFill>
              </a:defRPr>
            </a:lvl1pPr>
            <a:lvl2pPr algn="l">
              <a:defRPr sz="1725" b="1">
                <a:solidFill>
                  <a:srgbClr val="FFFFFF"/>
                </a:solidFill>
              </a:defRPr>
            </a:lvl2pPr>
            <a:lvl3pPr algn="l">
              <a:defRPr sz="1725" b="1">
                <a:solidFill>
                  <a:srgbClr val="FFFFFF"/>
                </a:solidFill>
              </a:defRPr>
            </a:lvl3pPr>
            <a:lvl4pPr algn="l">
              <a:defRPr sz="1725" b="1">
                <a:solidFill>
                  <a:srgbClr val="FFFFFF"/>
                </a:solidFill>
              </a:defRPr>
            </a:lvl4pPr>
            <a:lvl5pPr algn="l">
              <a:defRPr sz="1725" b="1">
                <a:solidFill>
                  <a:srgbClr val="FFFFFF"/>
                </a:solidFill>
              </a:defRPr>
            </a:lvl5pPr>
            <a:lvl6pPr algn="l">
              <a:defRPr sz="1725" b="1">
                <a:solidFill>
                  <a:srgbClr val="FFFFFF"/>
                </a:solidFill>
              </a:defRPr>
            </a:lvl6pPr>
            <a:lvl7pPr algn="l">
              <a:defRPr sz="1725" b="1">
                <a:solidFill>
                  <a:srgbClr val="FFFFFF"/>
                </a:solidFill>
              </a:defRPr>
            </a:lvl7pPr>
            <a:lvl8pPr algn="l">
              <a:defRPr sz="1725" b="1">
                <a:solidFill>
                  <a:srgbClr val="FFFFFF"/>
                </a:solidFill>
              </a:defRPr>
            </a:lvl8pPr>
            <a:lvl9pPr algn="l">
              <a:defRPr sz="17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What 65/100 means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4E3431-7B85-4A06-BE8E-7A275FA7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09800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D8E5E2"/>
                </a:solidFill>
              </a:defRPr>
            </a:defPPr>
            <a:lvl1pPr algn="l">
              <a:defRPr sz="1725" b="0">
                <a:solidFill>
                  <a:srgbClr val="D8E5E2"/>
                </a:solidFill>
              </a:defRPr>
            </a:lvl1pPr>
            <a:lvl2pPr algn="l">
              <a:defRPr sz="1725" b="0">
                <a:solidFill>
                  <a:srgbClr val="D8E5E2"/>
                </a:solidFill>
              </a:defRPr>
            </a:lvl2pPr>
            <a:lvl3pPr algn="l">
              <a:defRPr sz="1725" b="0">
                <a:solidFill>
                  <a:srgbClr val="D8E5E2"/>
                </a:solidFill>
              </a:defRPr>
            </a:lvl3pPr>
            <a:lvl4pPr algn="l">
              <a:defRPr sz="1725" b="0">
                <a:solidFill>
                  <a:srgbClr val="D8E5E2"/>
                </a:solidFill>
              </a:defRPr>
            </a:lvl4pPr>
            <a:lvl5pPr algn="l">
              <a:defRPr sz="1725" b="0">
                <a:solidFill>
                  <a:srgbClr val="D8E5E2"/>
                </a:solidFill>
              </a:defRPr>
            </a:lvl5pPr>
            <a:lvl6pPr algn="l">
              <a:defRPr sz="1725" b="0">
                <a:solidFill>
                  <a:srgbClr val="D8E5E2"/>
                </a:solidFill>
              </a:defRPr>
            </a:lvl6pPr>
            <a:lvl7pPr algn="l">
              <a:defRPr sz="1725" b="0">
                <a:solidFill>
                  <a:srgbClr val="D8E5E2"/>
                </a:solidFill>
              </a:defRPr>
            </a:lvl7pPr>
            <a:lvl8pPr algn="l">
              <a:defRPr sz="1725" b="0">
                <a:solidFill>
                  <a:srgbClr val="D8E5E2"/>
                </a:solidFill>
              </a:defRPr>
            </a:lvl8pPr>
            <a:lvl9pPr algn="l">
              <a:defRPr sz="1725" b="0">
                <a:solidFill>
                  <a:srgbClr val="D8E5E2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D8E5E2"/>
                </a:solidFill>
              </a:defRPr>
            </a:pPr>
            <a:r>
              <a:rPr sz="1725" b="0">
                <a:solidFill>
                  <a:srgbClr val="D8E5E2"/>
                </a:solidFill>
              </a:rPr>
              <a:t>Moderate relative terrain susceptibility within the sampled circle.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0C912B-445C-42FE-971A-98B77CD6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2900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</a:defRPr>
            </a:defPPr>
            <a:lvl1pPr algn="l">
              <a:defRPr sz="1350" b="1">
                <a:solidFill>
                  <a:srgbClr val="FFFFFF"/>
                </a:solidFill>
              </a:defRPr>
            </a:lvl1pPr>
            <a:lvl2pPr algn="l">
              <a:defRPr sz="1350" b="1">
                <a:solidFill>
                  <a:srgbClr val="FFFFFF"/>
                </a:solidFill>
              </a:defRPr>
            </a:lvl2pPr>
            <a:lvl3pPr algn="l">
              <a:defRPr sz="1350" b="1">
                <a:solidFill>
                  <a:srgbClr val="FFFFFF"/>
                </a:solidFill>
              </a:defRPr>
            </a:lvl3pPr>
            <a:lvl4pPr algn="l">
              <a:defRPr sz="1350" b="1">
                <a:solidFill>
                  <a:srgbClr val="FFFFFF"/>
                </a:solidFill>
              </a:defRPr>
            </a:lvl4pPr>
            <a:lvl5pPr algn="l">
              <a:defRPr sz="1350" b="1">
                <a:solidFill>
                  <a:srgbClr val="FFFFFF"/>
                </a:solidFill>
              </a:defRPr>
            </a:lvl5pPr>
            <a:lvl6pPr algn="l">
              <a:defRPr sz="1350" b="1">
                <a:solidFill>
                  <a:srgbClr val="FFFFFF"/>
                </a:solidFill>
              </a:defRPr>
            </a:lvl6pPr>
            <a:lvl7pPr algn="l">
              <a:defRPr sz="1350" b="1">
                <a:solidFill>
                  <a:srgbClr val="FFFFFF"/>
                </a:solidFill>
              </a:defRPr>
            </a:lvl7pPr>
            <a:lvl8pPr algn="l">
              <a:defRPr sz="1350" b="1">
                <a:solidFill>
                  <a:srgbClr val="FFFFFF"/>
                </a:solidFill>
              </a:defRPr>
            </a:lvl8pPr>
            <a:lvl9pPr algn="l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It does not mean a 65% chance of flooding and it does not estimate water depth.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AEA6F7-0DB1-4330-86C5-F1C6CFD5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24450"/>
            <a:ext cx="1089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0D6B5E"/>
                </a:solidFill>
              </a:defRPr>
            </a:defPPr>
            <a:lvl1pPr algn="ctr">
              <a:defRPr sz="1350" b="1">
                <a:solidFill>
                  <a:srgbClr val="0D6B5E"/>
                </a:solidFill>
              </a:defRPr>
            </a:lvl1pPr>
            <a:lvl2pPr algn="ctr">
              <a:defRPr sz="1350" b="1">
                <a:solidFill>
                  <a:srgbClr val="0D6B5E"/>
                </a:solidFill>
              </a:defRPr>
            </a:lvl2pPr>
            <a:lvl3pPr algn="ctr">
              <a:defRPr sz="1350" b="1">
                <a:solidFill>
                  <a:srgbClr val="0D6B5E"/>
                </a:solidFill>
              </a:defRPr>
            </a:lvl3pPr>
            <a:lvl4pPr algn="ctr">
              <a:defRPr sz="1350" b="1">
                <a:solidFill>
                  <a:srgbClr val="0D6B5E"/>
                </a:solidFill>
              </a:defRPr>
            </a:lvl4pPr>
            <a:lvl5pPr algn="ctr">
              <a:defRPr sz="1350" b="1">
                <a:solidFill>
                  <a:srgbClr val="0D6B5E"/>
                </a:solidFill>
              </a:defRPr>
            </a:lvl5pPr>
            <a:lvl6pPr algn="ctr">
              <a:defRPr sz="1350" b="1">
                <a:solidFill>
                  <a:srgbClr val="0D6B5E"/>
                </a:solidFill>
              </a:defRPr>
            </a:lvl6pPr>
            <a:lvl7pPr algn="ctr">
              <a:defRPr sz="1350" b="1">
                <a:solidFill>
                  <a:srgbClr val="0D6B5E"/>
                </a:solidFill>
              </a:defRPr>
            </a:lvl7pPr>
            <a:lvl8pPr algn="ctr">
              <a:defRPr sz="1350" b="1">
                <a:solidFill>
                  <a:srgbClr val="0D6B5E"/>
                </a:solidFill>
              </a:defRPr>
            </a:lvl8pPr>
            <a:lvl9pPr algn="ctr">
              <a:defRPr sz="13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D6B5E"/>
                </a:solidFill>
              </a:defRPr>
            </a:pPr>
            <a:r>
              <a:rPr sz="1350" b="1">
                <a:solidFill>
                  <a:srgbClr val="0D6B5E"/>
                </a:solidFill>
              </a:rPr>
              <a:t>Terrain quality also reports valid-cell coverage and missing-data flags.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6F5A67-47B3-4D20-B630-13DB3836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A4B7B7-2D9A-4BBF-914A-9017582F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4700608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39DA98-F553-43E5-9374-6BDB3B62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0C11D3-E730-4FF8-B283-98917A72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Resident demo: a guided three-step interface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859FD-8930-42E8-9396-35DA2C97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The redesign clarifies the location, circle size, and result order before exposing technical details.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F80341-5566-430A-8A41-BB65609D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F625CA-FDF0-4D30-BBBE-BD588C17D5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97d39d162e4a16"/>
          <a:stretch xmlns:a="http://schemas.openxmlformats.org/drawingml/2006/main"/>
        </p:blipFill>
        <p:spPr>
          <a:xfrm xmlns:a="http://schemas.openxmlformats.org/drawingml/2006/main">
            <a:off x="1793984" y="1285875"/>
            <a:ext cx="3612931" cy="4762500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AFC78E-9035-439D-AC8B-0D001C42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409700"/>
            <a:ext cx="46101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FA317F-4D0C-498A-BE53-60B7CCF3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409700"/>
            <a:ext cx="76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EE07CB-37CD-4A2C-AE18-596DA7FE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543050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1. Location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3E7E66-6D52-4FC0-9DC4-41B7C67E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943100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City shortcut, map click, or exact coordinates.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B6D131-F9C6-4552-A25F-9646EC2A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71750"/>
            <a:ext cx="46101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0B4986-9F51-4492-B6F7-E2CFD569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717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7BC1"/>
          </a:solidFill>
          <a:ln xmlns:a="http://schemas.openxmlformats.org/drawingml/2006/main" w="0">
            <a:solidFill>
              <a:srgbClr val="407BC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11C760-5D2F-4C1B-A8BE-28CCCF58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05100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2. Assessment area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FFF4F8-DCFA-4B7D-8985-DA2F990D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0515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Large 1 km, 2 km, and 5 km choices explain the local circle.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4D5DE9-E24F-4BFF-9B52-5356B2E6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29050"/>
            <a:ext cx="46101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637351-864E-431B-A9AE-8C33FDBB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290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6CF"/>
          </a:solidFill>
          <a:ln xmlns:a="http://schemas.openxmlformats.org/drawingml/2006/main" w="0">
            <a:solidFill>
              <a:srgbClr val="26B6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0C734D-1BDF-4249-BF9A-5E2196A0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62400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3. Result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8F43AC-13F0-42CF-87B7-B800AD98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6245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Land, forecast-rain, and river-context cards appear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E24032-CE45-4706-B444-B4350552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219700"/>
            <a:ext cx="4324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26262"/>
                </a:solidFill>
              </a:defRPr>
            </a:defPPr>
            <a:lvl1pPr algn="l">
              <a:defRPr sz="1200" b="0">
                <a:solidFill>
                  <a:srgbClr val="526262"/>
                </a:solidFill>
              </a:defRPr>
            </a:lvl1pPr>
            <a:lvl2pPr algn="l">
              <a:defRPr sz="1200" b="0">
                <a:solidFill>
                  <a:srgbClr val="526262"/>
                </a:solidFill>
              </a:defRPr>
            </a:lvl2pPr>
            <a:lvl3pPr algn="l">
              <a:defRPr sz="1200" b="0">
                <a:solidFill>
                  <a:srgbClr val="526262"/>
                </a:solidFill>
              </a:defRPr>
            </a:lvl3pPr>
            <a:lvl4pPr algn="l">
              <a:defRPr sz="1200" b="0">
                <a:solidFill>
                  <a:srgbClr val="526262"/>
                </a:solidFill>
              </a:defRPr>
            </a:lvl4pPr>
            <a:lvl5pPr algn="l">
              <a:defRPr sz="1200" b="0">
                <a:solidFill>
                  <a:srgbClr val="526262"/>
                </a:solidFill>
              </a:defRPr>
            </a:lvl5pPr>
            <a:lvl6pPr algn="l">
              <a:defRPr sz="1200" b="0">
                <a:solidFill>
                  <a:srgbClr val="526262"/>
                </a:solidFill>
              </a:defRPr>
            </a:lvl6pPr>
            <a:lvl7pPr algn="l">
              <a:defRPr sz="1200" b="0">
                <a:solidFill>
                  <a:srgbClr val="526262"/>
                </a:solidFill>
              </a:defRPr>
            </a:lvl7pPr>
            <a:lvl8pPr algn="l">
              <a:defRPr sz="1200" b="0">
                <a:solidFill>
                  <a:srgbClr val="526262"/>
                </a:solidFill>
              </a:defRPr>
            </a:lvl8pPr>
            <a:lvl9pPr algn="l">
              <a:defRPr sz="120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262"/>
                </a:solidFill>
              </a:defRPr>
            </a:pPr>
            <a:r>
              <a:rPr sz="1200" b="0">
                <a:solidFill>
                  <a:srgbClr val="526262"/>
                </a:solidFill>
              </a:rPr>
              <a:t>Technical evidence, source details, comparisons, and print output remain available in disclosures.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144435-E9CF-44B9-BC53-AFC64893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24048E-43FC-4AEF-877A-FF6A1724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949300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097C49-E633-43D3-A001-5CF9F38B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784025-F715-4C67-B0B2-563E4811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Verified live Chennai assessment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E887AC-211E-4FA6-BAEB-A0A13749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A complete 2 km run used mounted terrain tiles, imported HydroSHEDS data, and live Open-Meteo rainfall.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8081D9-C975-41D8-9B8D-4129AC69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6F75A7-7DA9-4BA3-AB95-737DB856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0D6B5E"/>
                </a:solidFill>
              </a:defRPr>
            </a:defPPr>
            <a:lvl1pPr algn="l">
              <a:defRPr sz="2625" b="1">
                <a:solidFill>
                  <a:srgbClr val="0D6B5E"/>
                </a:solidFill>
              </a:defRPr>
            </a:lvl1pPr>
            <a:lvl2pPr algn="l">
              <a:defRPr sz="2625" b="1">
                <a:solidFill>
                  <a:srgbClr val="0D6B5E"/>
                </a:solidFill>
              </a:defRPr>
            </a:lvl2pPr>
            <a:lvl3pPr algn="l">
              <a:defRPr sz="2625" b="1">
                <a:solidFill>
                  <a:srgbClr val="0D6B5E"/>
                </a:solidFill>
              </a:defRPr>
            </a:lvl3pPr>
            <a:lvl4pPr algn="l">
              <a:defRPr sz="2625" b="1">
                <a:solidFill>
                  <a:srgbClr val="0D6B5E"/>
                </a:solidFill>
              </a:defRPr>
            </a:lvl4pPr>
            <a:lvl5pPr algn="l">
              <a:defRPr sz="2625" b="1">
                <a:solidFill>
                  <a:srgbClr val="0D6B5E"/>
                </a:solidFill>
              </a:defRPr>
            </a:lvl5pPr>
            <a:lvl6pPr algn="l">
              <a:defRPr sz="2625" b="1">
                <a:solidFill>
                  <a:srgbClr val="0D6B5E"/>
                </a:solidFill>
              </a:defRPr>
            </a:lvl6pPr>
            <a:lvl7pPr algn="l">
              <a:defRPr sz="2625" b="1">
                <a:solidFill>
                  <a:srgbClr val="0D6B5E"/>
                </a:solidFill>
              </a:defRPr>
            </a:lvl7pPr>
            <a:lvl8pPr algn="l">
              <a:defRPr sz="2625" b="1">
                <a:solidFill>
                  <a:srgbClr val="0D6B5E"/>
                </a:solidFill>
              </a:defRPr>
            </a:lvl8pPr>
            <a:lvl9pPr algn="l">
              <a:defRPr sz="26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D6B5E"/>
                </a:solidFill>
              </a:defRPr>
            </a:pPr>
            <a:r>
              <a:rPr sz="2625" b="1">
                <a:solidFill>
                  <a:srgbClr val="0D6B5E"/>
                </a:solidFill>
              </a:rPr>
              <a:t>65 / 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21230F-ECD5-4028-9D80-D1B8A54E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relative terrain susceptibility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5CD46-E1F5-45E2-BF83-67752AA6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5621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407BC1"/>
                </a:solidFill>
              </a:defRPr>
            </a:defPPr>
            <a:lvl1pPr algn="l">
              <a:defRPr sz="2625" b="1">
                <a:solidFill>
                  <a:srgbClr val="407BC1"/>
                </a:solidFill>
              </a:defRPr>
            </a:lvl1pPr>
            <a:lvl2pPr algn="l">
              <a:defRPr sz="2625" b="1">
                <a:solidFill>
                  <a:srgbClr val="407BC1"/>
                </a:solidFill>
              </a:defRPr>
            </a:lvl2pPr>
            <a:lvl3pPr algn="l">
              <a:defRPr sz="2625" b="1">
                <a:solidFill>
                  <a:srgbClr val="407BC1"/>
                </a:solidFill>
              </a:defRPr>
            </a:lvl3pPr>
            <a:lvl4pPr algn="l">
              <a:defRPr sz="2625" b="1">
                <a:solidFill>
                  <a:srgbClr val="407BC1"/>
                </a:solidFill>
              </a:defRPr>
            </a:lvl4pPr>
            <a:lvl5pPr algn="l">
              <a:defRPr sz="2625" b="1">
                <a:solidFill>
                  <a:srgbClr val="407BC1"/>
                </a:solidFill>
              </a:defRPr>
            </a:lvl5pPr>
            <a:lvl6pPr algn="l">
              <a:defRPr sz="2625" b="1">
                <a:solidFill>
                  <a:srgbClr val="407BC1"/>
                </a:solidFill>
              </a:defRPr>
            </a:lvl6pPr>
            <a:lvl7pPr algn="l">
              <a:defRPr sz="2625" b="1">
                <a:solidFill>
                  <a:srgbClr val="407BC1"/>
                </a:solidFill>
              </a:defRPr>
            </a:lvl7pPr>
            <a:lvl8pPr algn="l">
              <a:defRPr sz="2625" b="1">
                <a:solidFill>
                  <a:srgbClr val="407BC1"/>
                </a:solidFill>
              </a:defRPr>
            </a:lvl8pPr>
            <a:lvl9pPr algn="l">
              <a:defRPr sz="2625" b="1">
                <a:solidFill>
                  <a:srgbClr val="407BC1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407BC1"/>
                </a:solidFill>
              </a:defRPr>
            </a:pPr>
            <a:r>
              <a:rPr sz="2625" b="1">
                <a:solidFill>
                  <a:srgbClr val="407BC1"/>
                </a:solidFill>
              </a:rPr>
              <a:t>0.97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E5FD12-FC23-4523-A1AE-0202E6A8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002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valid terrain-cell ratio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64478F-6AFA-48D8-A6C1-5DE211FA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621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26B6CF"/>
                </a:solidFill>
              </a:defRPr>
            </a:defPPr>
            <a:lvl1pPr algn="l">
              <a:defRPr sz="2625" b="1">
                <a:solidFill>
                  <a:srgbClr val="26B6CF"/>
                </a:solidFill>
              </a:defRPr>
            </a:lvl1pPr>
            <a:lvl2pPr algn="l">
              <a:defRPr sz="2625" b="1">
                <a:solidFill>
                  <a:srgbClr val="26B6CF"/>
                </a:solidFill>
              </a:defRPr>
            </a:lvl2pPr>
            <a:lvl3pPr algn="l">
              <a:defRPr sz="2625" b="1">
                <a:solidFill>
                  <a:srgbClr val="26B6CF"/>
                </a:solidFill>
              </a:defRPr>
            </a:lvl3pPr>
            <a:lvl4pPr algn="l">
              <a:defRPr sz="2625" b="1">
                <a:solidFill>
                  <a:srgbClr val="26B6CF"/>
                </a:solidFill>
              </a:defRPr>
            </a:lvl4pPr>
            <a:lvl5pPr algn="l">
              <a:defRPr sz="2625" b="1">
                <a:solidFill>
                  <a:srgbClr val="26B6CF"/>
                </a:solidFill>
              </a:defRPr>
            </a:lvl5pPr>
            <a:lvl6pPr algn="l">
              <a:defRPr sz="2625" b="1">
                <a:solidFill>
                  <a:srgbClr val="26B6CF"/>
                </a:solidFill>
              </a:defRPr>
            </a:lvl6pPr>
            <a:lvl7pPr algn="l">
              <a:defRPr sz="2625" b="1">
                <a:solidFill>
                  <a:srgbClr val="26B6CF"/>
                </a:solidFill>
              </a:defRPr>
            </a:lvl7pPr>
            <a:lvl8pPr algn="l">
              <a:defRPr sz="2625" b="1">
                <a:solidFill>
                  <a:srgbClr val="26B6CF"/>
                </a:solidFill>
              </a:defRPr>
            </a:lvl8pPr>
            <a:lvl9pPr algn="l">
              <a:defRPr sz="262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26B6CF"/>
                </a:solidFill>
              </a:defRPr>
            </a:pPr>
            <a:r>
              <a:rPr sz="2625" b="1">
                <a:solidFill>
                  <a:srgbClr val="26B6CF"/>
                </a:solidFill>
              </a:rPr>
              <a:t>18.6 mm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393EA3-21CE-42CB-85EC-8E898323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48-hour rainfall total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5831D7-FB59-4B7D-A941-1544E822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5621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E86F51"/>
                </a:solidFill>
              </a:defRPr>
            </a:defPPr>
            <a:lvl1pPr algn="l">
              <a:defRPr sz="2625" b="1">
                <a:solidFill>
                  <a:srgbClr val="E86F51"/>
                </a:solidFill>
              </a:defRPr>
            </a:lvl1pPr>
            <a:lvl2pPr algn="l">
              <a:defRPr sz="2625" b="1">
                <a:solidFill>
                  <a:srgbClr val="E86F51"/>
                </a:solidFill>
              </a:defRPr>
            </a:lvl2pPr>
            <a:lvl3pPr algn="l">
              <a:defRPr sz="2625" b="1">
                <a:solidFill>
                  <a:srgbClr val="E86F51"/>
                </a:solidFill>
              </a:defRPr>
            </a:lvl3pPr>
            <a:lvl4pPr algn="l">
              <a:defRPr sz="2625" b="1">
                <a:solidFill>
                  <a:srgbClr val="E86F51"/>
                </a:solidFill>
              </a:defRPr>
            </a:lvl4pPr>
            <a:lvl5pPr algn="l">
              <a:defRPr sz="2625" b="1">
                <a:solidFill>
                  <a:srgbClr val="E86F51"/>
                </a:solidFill>
              </a:defRPr>
            </a:lvl5pPr>
            <a:lvl6pPr algn="l">
              <a:defRPr sz="2625" b="1">
                <a:solidFill>
                  <a:srgbClr val="E86F51"/>
                </a:solidFill>
              </a:defRPr>
            </a:lvl6pPr>
            <a:lvl7pPr algn="l">
              <a:defRPr sz="2625" b="1">
                <a:solidFill>
                  <a:srgbClr val="E86F51"/>
                </a:solidFill>
              </a:defRPr>
            </a:lvl7pPr>
            <a:lvl8pPr algn="l">
              <a:defRPr sz="2625" b="1">
                <a:solidFill>
                  <a:srgbClr val="E86F51"/>
                </a:solidFill>
              </a:defRPr>
            </a:lvl8pPr>
            <a:lvl9pPr algn="l">
              <a:defRPr sz="2625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E86F51"/>
                </a:solidFill>
              </a:defRPr>
            </a:pPr>
            <a:r>
              <a:rPr sz="2625" b="1">
                <a:solidFill>
                  <a:srgbClr val="E86F51"/>
                </a:solidFill>
              </a:rPr>
              <a:t>0.26 km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819EA0-AF6F-418D-B827-4A392620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002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nearest mapped river segment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977DC7-5DE6-4C02-8DE9-E73EDF67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1089660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5F7F3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E3452D-7191-4493-BD6C-086ACD0C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05200"/>
            <a:ext cx="1000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02A2A"/>
                </a:solidFill>
              </a:defRPr>
            </a:defPPr>
            <a:lvl1pPr algn="l">
              <a:defRPr sz="1725" b="1">
                <a:solidFill>
                  <a:srgbClr val="102A2A"/>
                </a:solidFill>
              </a:defRPr>
            </a:lvl1pPr>
            <a:lvl2pPr algn="l">
              <a:defRPr sz="1725" b="1">
                <a:solidFill>
                  <a:srgbClr val="102A2A"/>
                </a:solidFill>
              </a:defRPr>
            </a:lvl2pPr>
            <a:lvl3pPr algn="l">
              <a:defRPr sz="1725" b="1">
                <a:solidFill>
                  <a:srgbClr val="102A2A"/>
                </a:solidFill>
              </a:defRPr>
            </a:lvl3pPr>
            <a:lvl4pPr algn="l">
              <a:defRPr sz="1725" b="1">
                <a:solidFill>
                  <a:srgbClr val="102A2A"/>
                </a:solidFill>
              </a:defRPr>
            </a:lvl4pPr>
            <a:lvl5pPr algn="l">
              <a:defRPr sz="1725" b="1">
                <a:solidFill>
                  <a:srgbClr val="102A2A"/>
                </a:solidFill>
              </a:defRPr>
            </a:lvl5pPr>
            <a:lvl6pPr algn="l">
              <a:defRPr sz="1725" b="1">
                <a:solidFill>
                  <a:srgbClr val="102A2A"/>
                </a:solidFill>
              </a:defRPr>
            </a:lvl6pPr>
            <a:lvl7pPr algn="l">
              <a:defRPr sz="1725" b="1">
                <a:solidFill>
                  <a:srgbClr val="102A2A"/>
                </a:solidFill>
              </a:defRPr>
            </a:lvl7pPr>
            <a:lvl8pPr algn="l">
              <a:defRPr sz="1725" b="1">
                <a:solidFill>
                  <a:srgbClr val="102A2A"/>
                </a:solidFill>
              </a:defRPr>
            </a:lvl8pPr>
            <a:lvl9pPr algn="l">
              <a:defRPr sz="17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02A2A"/>
                </a:solidFill>
              </a:defRPr>
            </a:pPr>
            <a:r>
              <a:rPr sz="1725" b="1">
                <a:solidFill>
                  <a:srgbClr val="102A2A"/>
                </a:solidFill>
              </a:rPr>
              <a:t>Terrain, rainfall, containing basin, upstream context, and nearby river context all reached a complete result for the selected Chennai point.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7B8506-2F4E-4399-9075-96915D8C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3EC"/>
          </a:solidFill>
          <a:ln xmlns:a="http://schemas.openxmlformats.org/drawingml/2006/main" w="9525">
            <a:solidFill>
              <a:srgbClr val="DFF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D59C7B-6435-4433-B42B-787878E4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0D6B5E"/>
                </a:solidFill>
              </a:defRPr>
            </a:defPPr>
            <a:lvl1pPr algn="ctr">
              <a:defRPr sz="975" b="1">
                <a:solidFill>
                  <a:srgbClr val="0D6B5E"/>
                </a:solidFill>
              </a:defRPr>
            </a:lvl1pPr>
            <a:lvl2pPr algn="ctr">
              <a:defRPr sz="975" b="1">
                <a:solidFill>
                  <a:srgbClr val="0D6B5E"/>
                </a:solidFill>
              </a:defRPr>
            </a:lvl2pPr>
            <a:lvl3pPr algn="ctr">
              <a:defRPr sz="975" b="1">
                <a:solidFill>
                  <a:srgbClr val="0D6B5E"/>
                </a:solidFill>
              </a:defRPr>
            </a:lvl3pPr>
            <a:lvl4pPr algn="ctr">
              <a:defRPr sz="975" b="1">
                <a:solidFill>
                  <a:srgbClr val="0D6B5E"/>
                </a:solidFill>
              </a:defRPr>
            </a:lvl4pPr>
            <a:lvl5pPr algn="ctr">
              <a:defRPr sz="975" b="1">
                <a:solidFill>
                  <a:srgbClr val="0D6B5E"/>
                </a:solidFill>
              </a:defRPr>
            </a:lvl5pPr>
            <a:lvl6pPr algn="ctr">
              <a:defRPr sz="975" b="1">
                <a:solidFill>
                  <a:srgbClr val="0D6B5E"/>
                </a:solidFill>
              </a:defRPr>
            </a:lvl6pPr>
            <a:lvl7pPr algn="ctr">
              <a:defRPr sz="975" b="1">
                <a:solidFill>
                  <a:srgbClr val="0D6B5E"/>
                </a:solidFill>
              </a:defRPr>
            </a:lvl7pPr>
            <a:lvl8pPr algn="ctr">
              <a:defRPr sz="975" b="1">
                <a:solidFill>
                  <a:srgbClr val="0D6B5E"/>
                </a:solidFill>
              </a:defRPr>
            </a:lvl8pPr>
            <a:lvl9pPr algn="ctr">
              <a:defRPr sz="97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0D6B5E"/>
                </a:solidFill>
              </a:defRPr>
            </a:pPr>
            <a:r>
              <a:rPr sz="975" b="1">
                <a:solidFill>
                  <a:srgbClr val="0D6B5E"/>
                </a:solidFill>
              </a:rPr>
              <a:t>28,907 basin polygons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1A74E4-850F-4B4F-AA2B-030427C4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19700"/>
            <a:ext cx="2647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EEF9"/>
          </a:solidFill>
          <a:ln xmlns:a="http://schemas.openxmlformats.org/drawingml/2006/main" w="9525">
            <a:solidFill>
              <a:srgbClr val="E4EEF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DD548E-EB44-46A7-A9A7-1224FD31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21970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407BC1"/>
                </a:solidFill>
              </a:defRPr>
            </a:defPPr>
            <a:lvl1pPr algn="ctr">
              <a:defRPr sz="975" b="1">
                <a:solidFill>
                  <a:srgbClr val="407BC1"/>
                </a:solidFill>
              </a:defRPr>
            </a:lvl1pPr>
            <a:lvl2pPr algn="ctr">
              <a:defRPr sz="975" b="1">
                <a:solidFill>
                  <a:srgbClr val="407BC1"/>
                </a:solidFill>
              </a:defRPr>
            </a:lvl2pPr>
            <a:lvl3pPr algn="ctr">
              <a:defRPr sz="975" b="1">
                <a:solidFill>
                  <a:srgbClr val="407BC1"/>
                </a:solidFill>
              </a:defRPr>
            </a:lvl3pPr>
            <a:lvl4pPr algn="ctr">
              <a:defRPr sz="975" b="1">
                <a:solidFill>
                  <a:srgbClr val="407BC1"/>
                </a:solidFill>
              </a:defRPr>
            </a:lvl4pPr>
            <a:lvl5pPr algn="ctr">
              <a:defRPr sz="975" b="1">
                <a:solidFill>
                  <a:srgbClr val="407BC1"/>
                </a:solidFill>
              </a:defRPr>
            </a:lvl5pPr>
            <a:lvl6pPr algn="ctr">
              <a:defRPr sz="975" b="1">
                <a:solidFill>
                  <a:srgbClr val="407BC1"/>
                </a:solidFill>
              </a:defRPr>
            </a:lvl6pPr>
            <a:lvl7pPr algn="ctr">
              <a:defRPr sz="975" b="1">
                <a:solidFill>
                  <a:srgbClr val="407BC1"/>
                </a:solidFill>
              </a:defRPr>
            </a:lvl7pPr>
            <a:lvl8pPr algn="ctr">
              <a:defRPr sz="975" b="1">
                <a:solidFill>
                  <a:srgbClr val="407BC1"/>
                </a:solidFill>
              </a:defRPr>
            </a:lvl8pPr>
            <a:lvl9pPr algn="ctr">
              <a:defRPr sz="975" b="1">
                <a:solidFill>
                  <a:srgbClr val="407BC1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407BC1"/>
                </a:solidFill>
              </a:defRPr>
            </a:pPr>
            <a:r>
              <a:rPr sz="975" b="1">
                <a:solidFill>
                  <a:srgbClr val="407BC1"/>
                </a:solidFill>
              </a:rPr>
              <a:t>1,428,959 river features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28A1B0-F55A-4FCB-A1D3-5F45B724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19700"/>
            <a:ext cx="2647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5F8"/>
          </a:solidFill>
          <a:ln xmlns:a="http://schemas.openxmlformats.org/drawingml/2006/main" w="9525">
            <a:solidFill>
              <a:srgbClr val="E6F5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428B7B-6499-4C94-8654-204B9A0B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21970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26B6CF"/>
                </a:solidFill>
              </a:defRPr>
            </a:defPPr>
            <a:lvl1pPr algn="ctr">
              <a:defRPr sz="975" b="1">
                <a:solidFill>
                  <a:srgbClr val="26B6CF"/>
                </a:solidFill>
              </a:defRPr>
            </a:lvl1pPr>
            <a:lvl2pPr algn="ctr">
              <a:defRPr sz="975" b="1">
                <a:solidFill>
                  <a:srgbClr val="26B6CF"/>
                </a:solidFill>
              </a:defRPr>
            </a:lvl2pPr>
            <a:lvl3pPr algn="ctr">
              <a:defRPr sz="975" b="1">
                <a:solidFill>
                  <a:srgbClr val="26B6CF"/>
                </a:solidFill>
              </a:defRPr>
            </a:lvl3pPr>
            <a:lvl4pPr algn="ctr">
              <a:defRPr sz="975" b="1">
                <a:solidFill>
                  <a:srgbClr val="26B6CF"/>
                </a:solidFill>
              </a:defRPr>
            </a:lvl4pPr>
            <a:lvl5pPr algn="ctr">
              <a:defRPr sz="975" b="1">
                <a:solidFill>
                  <a:srgbClr val="26B6CF"/>
                </a:solidFill>
              </a:defRPr>
            </a:lvl5pPr>
            <a:lvl6pPr algn="ctr">
              <a:defRPr sz="975" b="1">
                <a:solidFill>
                  <a:srgbClr val="26B6CF"/>
                </a:solidFill>
              </a:defRPr>
            </a:lvl6pPr>
            <a:lvl7pPr algn="ctr">
              <a:defRPr sz="975" b="1">
                <a:solidFill>
                  <a:srgbClr val="26B6CF"/>
                </a:solidFill>
              </a:defRPr>
            </a:lvl7pPr>
            <a:lvl8pPr algn="ctr">
              <a:defRPr sz="975" b="1">
                <a:solidFill>
                  <a:srgbClr val="26B6CF"/>
                </a:solidFill>
              </a:defRPr>
            </a:lvl8pPr>
            <a:lvl9pPr algn="ctr">
              <a:defRPr sz="97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26B6CF"/>
                </a:solidFill>
              </a:defRPr>
            </a:pPr>
            <a:r>
              <a:rPr sz="975" b="1">
                <a:solidFill>
                  <a:srgbClr val="26B6CF"/>
                </a:solidFill>
              </a:rPr>
              <a:t>Docker app + DB + worker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D5C123-2B13-48E5-9E47-8629E592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19700"/>
            <a:ext cx="2476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AE5"/>
          </a:solidFill>
          <a:ln xmlns:a="http://schemas.openxmlformats.org/drawingml/2006/main" w="9525">
            <a:solidFill>
              <a:srgbClr val="FBEA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D7AA0A-F22B-4CEE-9A2A-03877F66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2197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E86F51"/>
                </a:solidFill>
              </a:defRPr>
            </a:defPPr>
            <a:lvl1pPr algn="ctr">
              <a:defRPr sz="975" b="1">
                <a:solidFill>
                  <a:srgbClr val="E86F51"/>
                </a:solidFill>
              </a:defRPr>
            </a:lvl1pPr>
            <a:lvl2pPr algn="ctr">
              <a:defRPr sz="975" b="1">
                <a:solidFill>
                  <a:srgbClr val="E86F51"/>
                </a:solidFill>
              </a:defRPr>
            </a:lvl2pPr>
            <a:lvl3pPr algn="ctr">
              <a:defRPr sz="975" b="1">
                <a:solidFill>
                  <a:srgbClr val="E86F51"/>
                </a:solidFill>
              </a:defRPr>
            </a:lvl3pPr>
            <a:lvl4pPr algn="ctr">
              <a:defRPr sz="975" b="1">
                <a:solidFill>
                  <a:srgbClr val="E86F51"/>
                </a:solidFill>
              </a:defRPr>
            </a:lvl4pPr>
            <a:lvl5pPr algn="ctr">
              <a:defRPr sz="975" b="1">
                <a:solidFill>
                  <a:srgbClr val="E86F51"/>
                </a:solidFill>
              </a:defRPr>
            </a:lvl5pPr>
            <a:lvl6pPr algn="ctr">
              <a:defRPr sz="975" b="1">
                <a:solidFill>
                  <a:srgbClr val="E86F51"/>
                </a:solidFill>
              </a:defRPr>
            </a:lvl6pPr>
            <a:lvl7pPr algn="ctr">
              <a:defRPr sz="975" b="1">
                <a:solidFill>
                  <a:srgbClr val="E86F51"/>
                </a:solidFill>
              </a:defRPr>
            </a:lvl7pPr>
            <a:lvl8pPr algn="ctr">
              <a:defRPr sz="975" b="1">
                <a:solidFill>
                  <a:srgbClr val="E86F51"/>
                </a:solidFill>
              </a:defRPr>
            </a:lvl8pPr>
            <a:lvl9pPr algn="ctr">
              <a:defRPr sz="975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E86F51"/>
                </a:solidFill>
              </a:defRPr>
            </a:pPr>
            <a:r>
              <a:rPr sz="975" b="1">
                <a:solidFill>
                  <a:srgbClr val="E86F51"/>
                </a:solidFill>
              </a:rPr>
              <a:t>Explicit partial coverage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DC13DA-EB43-4DAA-B192-6EE97D60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3F4A0B-E8A2-4DC2-A972-3E7A0041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702022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4791FF-9203-431E-802E-46B771B5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70E9FF-BD61-4DB5-81D6-A93EC677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Research lab: two related ML tasks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E7857A-EB17-4D02-B499-66CCBD3E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The models study historical observed water. They do not produce the resident terrain score.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17E0D5-191C-4DD4-A56C-6610662F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3ED11E-15E6-41F7-AC48-5BE316AC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85900"/>
            <a:ext cx="5067300" cy="295275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4D3712-5AB1-4C1C-B231-35AC4FDE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859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00F257-C7B6-4E37-B0F9-525CC1F9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Whole-chip classification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ED7C86-59A9-417A-98F4-81B03C9D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46672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Does this 512 × 512 chip contain at least 5% labelled observed water?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Models: spatial gradient baseline and rainfall LSTM.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Output: one probability and a thresholded class.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BDA703-5150-42D1-B1AB-54EE0E89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85900"/>
            <a:ext cx="5067300" cy="295275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037957-7944-4B98-8FF3-499EBF3E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859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6CF"/>
          </a:solidFill>
          <a:ln xmlns:a="http://schemas.openxmlformats.org/drawingml/2006/main" w="0">
            <a:solidFill>
              <a:srgbClr val="26B6C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0C7005-BD04-4477-829D-DE32DFB5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192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Pixel water segmentation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2D7184-E00D-44BC-B3AF-3B153C28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19300"/>
            <a:ext cx="46672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Which pixels match the verified observed-water label?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Models: Extra Trees and a three-scale two-band U-Net.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Output: a water mask plus error overlay.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E42962-E4F1-4DDD-B3AC-F4671F22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72050"/>
            <a:ext cx="1089660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071C1D"/>
          </a:solidFill>
          <a:ln xmlns:a="http://schemas.openxmlformats.org/drawingml/2006/main" w="9525">
            <a:solidFill>
              <a:srgbClr val="071C1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B26B3B-C929-4286-AD3A-858AB54A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76825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</a:defRPr>
            </a:defPPr>
            <a:lvl1pPr algn="ctr">
              <a:defRPr sz="1275" b="1">
                <a:solidFill>
                  <a:srgbClr val="FFFFFF"/>
                </a:solidFill>
              </a:defRPr>
            </a:lvl1pPr>
            <a:lvl2pPr algn="ctr">
              <a:defRPr sz="1275" b="1">
                <a:solidFill>
                  <a:srgbClr val="FFFFFF"/>
                </a:solidFill>
              </a:defRPr>
            </a:lvl2pPr>
            <a:lvl3pPr algn="ctr">
              <a:defRPr sz="1275" b="1">
                <a:solidFill>
                  <a:srgbClr val="FFFFFF"/>
                </a:solidFill>
              </a:defRPr>
            </a:lvl3pPr>
            <a:lvl4pPr algn="ctr">
              <a:defRPr sz="1275" b="1">
                <a:solidFill>
                  <a:srgbClr val="FFFFFF"/>
                </a:solidFill>
              </a:defRPr>
            </a:lvl4pPr>
            <a:lvl5pPr algn="ctr">
              <a:defRPr sz="1275" b="1">
                <a:solidFill>
                  <a:srgbClr val="FFFFFF"/>
                </a:solidFill>
              </a:defRPr>
            </a:lvl5pPr>
            <a:lvl6pPr algn="ctr">
              <a:defRPr sz="1275" b="1">
                <a:solidFill>
                  <a:srgbClr val="FFFFFF"/>
                </a:solidFill>
              </a:defRPr>
            </a:lvl6pPr>
            <a:lvl7pPr algn="ctr">
              <a:defRPr sz="1275" b="1">
                <a:solidFill>
                  <a:srgbClr val="FFFFFF"/>
                </a:solidFill>
              </a:defRPr>
            </a:lvl7pPr>
            <a:lvl8pPr algn="ctr">
              <a:defRPr sz="1275" b="1">
                <a:solidFill>
                  <a:srgbClr val="FFFFFF"/>
                </a:solidFill>
              </a:defRPr>
            </a:lvl8pPr>
            <a:lvl9pPr algn="ctr"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Training and evaluation stay in research/. The resident API never treats these predictions as warnings or property risk.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D4FA4B-ACDB-452E-A81B-7314C6EF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3DFCE1-39E2-45D6-893F-D724D0A3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806176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2284AB-90BE-4E85-85CC-29794DBE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6D5203-E45C-4FC1-A6E0-4C0438E4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Evaluation prevents same-event leakage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668EA5-727E-4A42-B213-8D9F5615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Validation selects checkpoints and thresholds; the test events remain unseen.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35ED52-CA68-4D20-82FE-B5F28753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118BB-7405-45CE-9BEC-86C5506D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3429000" cy="2533650"/>
          </a:xfrm>
          <a:prstGeom xmlns:a="http://schemas.openxmlformats.org/drawingml/2006/main" prst="roundRect">
            <a:avLst>
              <a:gd name="adj" fmla="val 6767"/>
            </a:avLst>
          </a:prstGeom>
          <a:solidFill xmlns:a="http://schemas.openxmlformats.org/drawingml/2006/main">
            <a:srgbClr val="DFF3EC"/>
          </a:solidFill>
          <a:ln xmlns:a="http://schemas.openxmlformats.org/drawingml/2006/main" w="9525">
            <a:solidFill>
              <a:srgbClr val="DFF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D388F1-C5D4-46F9-B564-27F5A9C6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D6B5E"/>
                </a:solidFill>
              </a:defRPr>
            </a:defPPr>
            <a:lvl1pPr algn="l">
              <a:defRPr sz="1125" b="1">
                <a:solidFill>
                  <a:srgbClr val="0D6B5E"/>
                </a:solidFill>
              </a:defRPr>
            </a:lvl1pPr>
            <a:lvl2pPr algn="l">
              <a:defRPr sz="1125" b="1">
                <a:solidFill>
                  <a:srgbClr val="0D6B5E"/>
                </a:solidFill>
              </a:defRPr>
            </a:lvl2pPr>
            <a:lvl3pPr algn="l">
              <a:defRPr sz="1125" b="1">
                <a:solidFill>
                  <a:srgbClr val="0D6B5E"/>
                </a:solidFill>
              </a:defRPr>
            </a:lvl3pPr>
            <a:lvl4pPr algn="l">
              <a:defRPr sz="1125" b="1">
                <a:solidFill>
                  <a:srgbClr val="0D6B5E"/>
                </a:solidFill>
              </a:defRPr>
            </a:lvl4pPr>
            <a:lvl5pPr algn="l">
              <a:defRPr sz="1125" b="1">
                <a:solidFill>
                  <a:srgbClr val="0D6B5E"/>
                </a:solidFill>
              </a:defRPr>
            </a:lvl5pPr>
            <a:lvl6pPr algn="l">
              <a:defRPr sz="1125" b="1">
                <a:solidFill>
                  <a:srgbClr val="0D6B5E"/>
                </a:solidFill>
              </a:defRPr>
            </a:lvl6pPr>
            <a:lvl7pPr algn="l">
              <a:defRPr sz="1125" b="1">
                <a:solidFill>
                  <a:srgbClr val="0D6B5E"/>
                </a:solidFill>
              </a:defRPr>
            </a:lvl7pPr>
            <a:lvl8pPr algn="l">
              <a:defRPr sz="1125" b="1">
                <a:solidFill>
                  <a:srgbClr val="0D6B5E"/>
                </a:solidFill>
              </a:defRPr>
            </a:lvl8pPr>
            <a:lvl9pPr algn="l">
              <a:defRPr sz="11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D6B5E"/>
                </a:solidFill>
              </a:defRPr>
            </a:pPr>
            <a:r>
              <a:rPr sz="1125" b="1">
                <a:solidFill>
                  <a:srgbClr val="0D6B5E"/>
                </a:solidFill>
              </a:rPr>
              <a:t>TRAIN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69320-5170-485C-88E2-10E75D7F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297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02A2A"/>
                </a:solidFill>
              </a:defRPr>
            </a:defPPr>
            <a:lvl1pPr algn="l">
              <a:defRPr sz="2550" b="1">
                <a:solidFill>
                  <a:srgbClr val="102A2A"/>
                </a:solidFill>
              </a:defRPr>
            </a:lvl1pPr>
            <a:lvl2pPr algn="l">
              <a:defRPr sz="2550" b="1">
                <a:solidFill>
                  <a:srgbClr val="102A2A"/>
                </a:solidFill>
              </a:defRPr>
            </a:lvl2pPr>
            <a:lvl3pPr algn="l">
              <a:defRPr sz="2550" b="1">
                <a:solidFill>
                  <a:srgbClr val="102A2A"/>
                </a:solidFill>
              </a:defRPr>
            </a:lvl3pPr>
            <a:lvl4pPr algn="l">
              <a:defRPr sz="2550" b="1">
                <a:solidFill>
                  <a:srgbClr val="102A2A"/>
                </a:solidFill>
              </a:defRPr>
            </a:lvl4pPr>
            <a:lvl5pPr algn="l">
              <a:defRPr sz="2550" b="1">
                <a:solidFill>
                  <a:srgbClr val="102A2A"/>
                </a:solidFill>
              </a:defRPr>
            </a:lvl5pPr>
            <a:lvl6pPr algn="l">
              <a:defRPr sz="2550" b="1">
                <a:solidFill>
                  <a:srgbClr val="102A2A"/>
                </a:solidFill>
              </a:defRPr>
            </a:lvl6pPr>
            <a:lvl7pPr algn="l">
              <a:defRPr sz="2550" b="1">
                <a:solidFill>
                  <a:srgbClr val="102A2A"/>
                </a:solidFill>
              </a:defRPr>
            </a:lvl7pPr>
            <a:lvl8pPr algn="l">
              <a:defRPr sz="2550" b="1">
                <a:solidFill>
                  <a:srgbClr val="102A2A"/>
                </a:solidFill>
              </a:defRPr>
            </a:lvl8pPr>
            <a:lvl9pPr algn="l">
              <a:defRPr sz="25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A2A"/>
                </a:solidFill>
              </a:defRPr>
            </a:pPr>
            <a:r>
              <a:rPr sz="2550" b="1">
                <a:solidFill>
                  <a:srgbClr val="102A2A"/>
                </a:solidFill>
              </a:rPr>
              <a:t>242 chips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57E46C-3E2D-4250-B3C5-EDA132D7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2971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26262"/>
                </a:solidFill>
              </a:defRPr>
            </a:defPPr>
            <a:lvl1pPr algn="l">
              <a:defRPr sz="1275" b="0">
                <a:solidFill>
                  <a:srgbClr val="526262"/>
                </a:solidFill>
              </a:defRPr>
            </a:lvl1pPr>
            <a:lvl2pPr algn="l">
              <a:defRPr sz="1275" b="0">
                <a:solidFill>
                  <a:srgbClr val="526262"/>
                </a:solidFill>
              </a:defRPr>
            </a:lvl2pPr>
            <a:lvl3pPr algn="l">
              <a:defRPr sz="1275" b="0">
                <a:solidFill>
                  <a:srgbClr val="526262"/>
                </a:solidFill>
              </a:defRPr>
            </a:lvl3pPr>
            <a:lvl4pPr algn="l">
              <a:defRPr sz="1275" b="0">
                <a:solidFill>
                  <a:srgbClr val="526262"/>
                </a:solidFill>
              </a:defRPr>
            </a:lvl4pPr>
            <a:lvl5pPr algn="l">
              <a:defRPr sz="1275" b="0">
                <a:solidFill>
                  <a:srgbClr val="526262"/>
                </a:solidFill>
              </a:defRPr>
            </a:lvl5pPr>
            <a:lvl6pPr algn="l">
              <a:defRPr sz="1275" b="0">
                <a:solidFill>
                  <a:srgbClr val="526262"/>
                </a:solidFill>
              </a:defRPr>
            </a:lvl6pPr>
            <a:lvl7pPr algn="l">
              <a:defRPr sz="1275" b="0">
                <a:solidFill>
                  <a:srgbClr val="526262"/>
                </a:solidFill>
              </a:defRPr>
            </a:lvl7pPr>
            <a:lvl8pPr algn="l">
              <a:defRPr sz="1275" b="0">
                <a:solidFill>
                  <a:srgbClr val="526262"/>
                </a:solidFill>
              </a:defRPr>
            </a:lvl8pPr>
            <a:lvl9pPr algn="l">
              <a:defRPr sz="127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262"/>
                </a:solidFill>
              </a:defRPr>
            </a:pPr>
            <a:r>
              <a:rPr sz="1275" b="0">
                <a:solidFill>
                  <a:srgbClr val="526262"/>
                </a:solidFill>
              </a:rPr>
              <a:t>Six complete-rainfall events fit model weights.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68B2F4-3850-45AA-9A30-99AF27F8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3429000" cy="2533650"/>
          </a:xfrm>
          <a:prstGeom xmlns:a="http://schemas.openxmlformats.org/drawingml/2006/main" prst="roundRect">
            <a:avLst>
              <a:gd name="adj" fmla="val 6767"/>
            </a:avLst>
          </a:prstGeom>
          <a:solidFill xmlns:a="http://schemas.openxmlformats.org/drawingml/2006/main">
            <a:srgbClr val="E4EEF9"/>
          </a:solidFill>
          <a:ln xmlns:a="http://schemas.openxmlformats.org/drawingml/2006/main" w="9525">
            <a:solidFill>
              <a:srgbClr val="E4EEF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A51FD8-8313-4AF6-B209-B2CD77F2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431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D6B5E"/>
                </a:solidFill>
              </a:defRPr>
            </a:defPPr>
            <a:lvl1pPr algn="l">
              <a:defRPr sz="1125" b="1">
                <a:solidFill>
                  <a:srgbClr val="0D6B5E"/>
                </a:solidFill>
              </a:defRPr>
            </a:lvl1pPr>
            <a:lvl2pPr algn="l">
              <a:defRPr sz="1125" b="1">
                <a:solidFill>
                  <a:srgbClr val="0D6B5E"/>
                </a:solidFill>
              </a:defRPr>
            </a:lvl2pPr>
            <a:lvl3pPr algn="l">
              <a:defRPr sz="1125" b="1">
                <a:solidFill>
                  <a:srgbClr val="0D6B5E"/>
                </a:solidFill>
              </a:defRPr>
            </a:lvl3pPr>
            <a:lvl4pPr algn="l">
              <a:defRPr sz="1125" b="1">
                <a:solidFill>
                  <a:srgbClr val="0D6B5E"/>
                </a:solidFill>
              </a:defRPr>
            </a:lvl4pPr>
            <a:lvl5pPr algn="l">
              <a:defRPr sz="1125" b="1">
                <a:solidFill>
                  <a:srgbClr val="0D6B5E"/>
                </a:solidFill>
              </a:defRPr>
            </a:lvl5pPr>
            <a:lvl6pPr algn="l">
              <a:defRPr sz="1125" b="1">
                <a:solidFill>
                  <a:srgbClr val="0D6B5E"/>
                </a:solidFill>
              </a:defRPr>
            </a:lvl6pPr>
            <a:lvl7pPr algn="l">
              <a:defRPr sz="1125" b="1">
                <a:solidFill>
                  <a:srgbClr val="0D6B5E"/>
                </a:solidFill>
              </a:defRPr>
            </a:lvl7pPr>
            <a:lvl8pPr algn="l">
              <a:defRPr sz="1125" b="1">
                <a:solidFill>
                  <a:srgbClr val="0D6B5E"/>
                </a:solidFill>
              </a:defRPr>
            </a:lvl8pPr>
            <a:lvl9pPr algn="l">
              <a:defRPr sz="11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D6B5E"/>
                </a:solidFill>
              </a:defRPr>
            </a:pPr>
            <a:r>
              <a:rPr sz="1125" b="1">
                <a:solidFill>
                  <a:srgbClr val="0D6B5E"/>
                </a:solidFill>
              </a:rPr>
              <a:t>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DF713F-EA9D-4B56-836B-DDE3E72E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81250"/>
            <a:ext cx="297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02A2A"/>
                </a:solidFill>
              </a:defRPr>
            </a:defPPr>
            <a:lvl1pPr algn="l">
              <a:defRPr sz="2550" b="1">
                <a:solidFill>
                  <a:srgbClr val="102A2A"/>
                </a:solidFill>
              </a:defRPr>
            </a:lvl1pPr>
            <a:lvl2pPr algn="l">
              <a:defRPr sz="2550" b="1">
                <a:solidFill>
                  <a:srgbClr val="102A2A"/>
                </a:solidFill>
              </a:defRPr>
            </a:lvl2pPr>
            <a:lvl3pPr algn="l">
              <a:defRPr sz="2550" b="1">
                <a:solidFill>
                  <a:srgbClr val="102A2A"/>
                </a:solidFill>
              </a:defRPr>
            </a:lvl3pPr>
            <a:lvl4pPr algn="l">
              <a:defRPr sz="2550" b="1">
                <a:solidFill>
                  <a:srgbClr val="102A2A"/>
                </a:solidFill>
              </a:defRPr>
            </a:lvl4pPr>
            <a:lvl5pPr algn="l">
              <a:defRPr sz="2550" b="1">
                <a:solidFill>
                  <a:srgbClr val="102A2A"/>
                </a:solidFill>
              </a:defRPr>
            </a:lvl5pPr>
            <a:lvl6pPr algn="l">
              <a:defRPr sz="2550" b="1">
                <a:solidFill>
                  <a:srgbClr val="102A2A"/>
                </a:solidFill>
              </a:defRPr>
            </a:lvl6pPr>
            <a:lvl7pPr algn="l">
              <a:defRPr sz="2550" b="1">
                <a:solidFill>
                  <a:srgbClr val="102A2A"/>
                </a:solidFill>
              </a:defRPr>
            </a:lvl7pPr>
            <a:lvl8pPr algn="l">
              <a:defRPr sz="2550" b="1">
                <a:solidFill>
                  <a:srgbClr val="102A2A"/>
                </a:solidFill>
              </a:defRPr>
            </a:lvl8pPr>
            <a:lvl9pPr algn="l">
              <a:defRPr sz="25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A2A"/>
                </a:solidFill>
              </a:defRPr>
            </a:pPr>
            <a:r>
              <a:rPr sz="2550" b="1">
                <a:solidFill>
                  <a:srgbClr val="102A2A"/>
                </a:solidFill>
              </a:rPr>
              <a:t>87 chips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414799-5410-4081-ABAA-8A91C186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05150"/>
            <a:ext cx="2971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26262"/>
                </a:solidFill>
              </a:defRPr>
            </a:defPPr>
            <a:lvl1pPr algn="l">
              <a:defRPr sz="1275" b="0">
                <a:solidFill>
                  <a:srgbClr val="526262"/>
                </a:solidFill>
              </a:defRPr>
            </a:lvl1pPr>
            <a:lvl2pPr algn="l">
              <a:defRPr sz="1275" b="0">
                <a:solidFill>
                  <a:srgbClr val="526262"/>
                </a:solidFill>
              </a:defRPr>
            </a:lvl2pPr>
            <a:lvl3pPr algn="l">
              <a:defRPr sz="1275" b="0">
                <a:solidFill>
                  <a:srgbClr val="526262"/>
                </a:solidFill>
              </a:defRPr>
            </a:lvl3pPr>
            <a:lvl4pPr algn="l">
              <a:defRPr sz="1275" b="0">
                <a:solidFill>
                  <a:srgbClr val="526262"/>
                </a:solidFill>
              </a:defRPr>
            </a:lvl4pPr>
            <a:lvl5pPr algn="l">
              <a:defRPr sz="1275" b="0">
                <a:solidFill>
                  <a:srgbClr val="526262"/>
                </a:solidFill>
              </a:defRPr>
            </a:lvl5pPr>
            <a:lvl6pPr algn="l">
              <a:defRPr sz="1275" b="0">
                <a:solidFill>
                  <a:srgbClr val="526262"/>
                </a:solidFill>
              </a:defRPr>
            </a:lvl6pPr>
            <a:lvl7pPr algn="l">
              <a:defRPr sz="1275" b="0">
                <a:solidFill>
                  <a:srgbClr val="526262"/>
                </a:solidFill>
              </a:defRPr>
            </a:lvl7pPr>
            <a:lvl8pPr algn="l">
              <a:defRPr sz="1275" b="0">
                <a:solidFill>
                  <a:srgbClr val="526262"/>
                </a:solidFill>
              </a:defRPr>
            </a:lvl8pPr>
            <a:lvl9pPr algn="l">
              <a:defRPr sz="127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262"/>
                </a:solidFill>
              </a:defRPr>
            </a:pPr>
            <a:r>
              <a:rPr sz="1275" b="0">
                <a:solidFill>
                  <a:srgbClr val="526262"/>
                </a:solidFill>
              </a:rPr>
              <a:t>USA and Sri Lanka select checkpoint and threshold.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ECB549-0B74-4AAD-B5D4-60F4D740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14500"/>
            <a:ext cx="3429000" cy="2533650"/>
          </a:xfrm>
          <a:prstGeom xmlns:a="http://schemas.openxmlformats.org/drawingml/2006/main" prst="roundRect">
            <a:avLst>
              <a:gd name="adj" fmla="val 6767"/>
            </a:avLst>
          </a:prstGeom>
          <a:solidFill xmlns:a="http://schemas.openxmlformats.org/drawingml/2006/main">
            <a:srgbClr val="FBEAE5"/>
          </a:solidFill>
          <a:ln xmlns:a="http://schemas.openxmlformats.org/drawingml/2006/main" w="9525">
            <a:solidFill>
              <a:srgbClr val="FBEA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BA1FBE-9B1A-4BD4-996D-4A3DF5B7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431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D6B5E"/>
                </a:solidFill>
              </a:defRPr>
            </a:defPPr>
            <a:lvl1pPr algn="l">
              <a:defRPr sz="1125" b="1">
                <a:solidFill>
                  <a:srgbClr val="0D6B5E"/>
                </a:solidFill>
              </a:defRPr>
            </a:lvl1pPr>
            <a:lvl2pPr algn="l">
              <a:defRPr sz="1125" b="1">
                <a:solidFill>
                  <a:srgbClr val="0D6B5E"/>
                </a:solidFill>
              </a:defRPr>
            </a:lvl2pPr>
            <a:lvl3pPr algn="l">
              <a:defRPr sz="1125" b="1">
                <a:solidFill>
                  <a:srgbClr val="0D6B5E"/>
                </a:solidFill>
              </a:defRPr>
            </a:lvl3pPr>
            <a:lvl4pPr algn="l">
              <a:defRPr sz="1125" b="1">
                <a:solidFill>
                  <a:srgbClr val="0D6B5E"/>
                </a:solidFill>
              </a:defRPr>
            </a:lvl4pPr>
            <a:lvl5pPr algn="l">
              <a:defRPr sz="1125" b="1">
                <a:solidFill>
                  <a:srgbClr val="0D6B5E"/>
                </a:solidFill>
              </a:defRPr>
            </a:lvl5pPr>
            <a:lvl6pPr algn="l">
              <a:defRPr sz="1125" b="1">
                <a:solidFill>
                  <a:srgbClr val="0D6B5E"/>
                </a:solidFill>
              </a:defRPr>
            </a:lvl6pPr>
            <a:lvl7pPr algn="l">
              <a:defRPr sz="1125" b="1">
                <a:solidFill>
                  <a:srgbClr val="0D6B5E"/>
                </a:solidFill>
              </a:defRPr>
            </a:lvl7pPr>
            <a:lvl8pPr algn="l">
              <a:defRPr sz="1125" b="1">
                <a:solidFill>
                  <a:srgbClr val="0D6B5E"/>
                </a:solidFill>
              </a:defRPr>
            </a:lvl8pPr>
            <a:lvl9pPr algn="l">
              <a:defRPr sz="11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D6B5E"/>
                </a:solidFill>
              </a:defRPr>
            </a:pPr>
            <a:r>
              <a:rPr sz="1125" b="1">
                <a:solidFill>
                  <a:srgbClr val="0D6B5E"/>
                </a:solidFill>
              </a:rPr>
              <a:t>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DE95BF-C4FE-4B0B-A5B8-74943168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81250"/>
            <a:ext cx="297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02A2A"/>
                </a:solidFill>
              </a:defRPr>
            </a:defPPr>
            <a:lvl1pPr algn="l">
              <a:defRPr sz="2550" b="1">
                <a:solidFill>
                  <a:srgbClr val="102A2A"/>
                </a:solidFill>
              </a:defRPr>
            </a:lvl1pPr>
            <a:lvl2pPr algn="l">
              <a:defRPr sz="2550" b="1">
                <a:solidFill>
                  <a:srgbClr val="102A2A"/>
                </a:solidFill>
              </a:defRPr>
            </a:lvl2pPr>
            <a:lvl3pPr algn="l">
              <a:defRPr sz="2550" b="1">
                <a:solidFill>
                  <a:srgbClr val="102A2A"/>
                </a:solidFill>
              </a:defRPr>
            </a:lvl3pPr>
            <a:lvl4pPr algn="l">
              <a:defRPr sz="2550" b="1">
                <a:solidFill>
                  <a:srgbClr val="102A2A"/>
                </a:solidFill>
              </a:defRPr>
            </a:lvl4pPr>
            <a:lvl5pPr algn="l">
              <a:defRPr sz="2550" b="1">
                <a:solidFill>
                  <a:srgbClr val="102A2A"/>
                </a:solidFill>
              </a:defRPr>
            </a:lvl5pPr>
            <a:lvl6pPr algn="l">
              <a:defRPr sz="2550" b="1">
                <a:solidFill>
                  <a:srgbClr val="102A2A"/>
                </a:solidFill>
              </a:defRPr>
            </a:lvl6pPr>
            <a:lvl7pPr algn="l">
              <a:defRPr sz="2550" b="1">
                <a:solidFill>
                  <a:srgbClr val="102A2A"/>
                </a:solidFill>
              </a:defRPr>
            </a:lvl7pPr>
            <a:lvl8pPr algn="l">
              <a:defRPr sz="2550" b="1">
                <a:solidFill>
                  <a:srgbClr val="102A2A"/>
                </a:solidFill>
              </a:defRPr>
            </a:lvl8pPr>
            <a:lvl9pPr algn="l">
              <a:defRPr sz="25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A2A"/>
                </a:solidFill>
              </a:defRPr>
            </a:pPr>
            <a:r>
              <a:rPr sz="2550" b="1">
                <a:solidFill>
                  <a:srgbClr val="102A2A"/>
                </a:solidFill>
              </a:rPr>
              <a:t>81 chips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B2422C-2EE1-4A0F-8777-EA2FDF97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05150"/>
            <a:ext cx="2971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26262"/>
                </a:solidFill>
              </a:defRPr>
            </a:defPPr>
            <a:lvl1pPr algn="l">
              <a:defRPr sz="1275" b="0">
                <a:solidFill>
                  <a:srgbClr val="526262"/>
                </a:solidFill>
              </a:defRPr>
            </a:lvl1pPr>
            <a:lvl2pPr algn="l">
              <a:defRPr sz="1275" b="0">
                <a:solidFill>
                  <a:srgbClr val="526262"/>
                </a:solidFill>
              </a:defRPr>
            </a:lvl2pPr>
            <a:lvl3pPr algn="l">
              <a:defRPr sz="1275" b="0">
                <a:solidFill>
                  <a:srgbClr val="526262"/>
                </a:solidFill>
              </a:defRPr>
            </a:lvl3pPr>
            <a:lvl4pPr algn="l">
              <a:defRPr sz="1275" b="0">
                <a:solidFill>
                  <a:srgbClr val="526262"/>
                </a:solidFill>
              </a:defRPr>
            </a:lvl4pPr>
            <a:lvl5pPr algn="l">
              <a:defRPr sz="1275" b="0">
                <a:solidFill>
                  <a:srgbClr val="526262"/>
                </a:solidFill>
              </a:defRPr>
            </a:lvl5pPr>
            <a:lvl6pPr algn="l">
              <a:defRPr sz="1275" b="0">
                <a:solidFill>
                  <a:srgbClr val="526262"/>
                </a:solidFill>
              </a:defRPr>
            </a:lvl6pPr>
            <a:lvl7pPr algn="l">
              <a:defRPr sz="1275" b="0">
                <a:solidFill>
                  <a:srgbClr val="526262"/>
                </a:solidFill>
              </a:defRPr>
            </a:lvl7pPr>
            <a:lvl8pPr algn="l">
              <a:defRPr sz="1275" b="0">
                <a:solidFill>
                  <a:srgbClr val="526262"/>
                </a:solidFill>
              </a:defRPr>
            </a:lvl8pPr>
            <a:lvl9pPr algn="l">
              <a:defRPr sz="127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262"/>
                </a:solidFill>
              </a:defRPr>
            </a:pPr>
            <a:r>
              <a:rPr sz="1275" b="0">
                <a:solidFill>
                  <a:srgbClr val="526262"/>
                </a:solidFill>
              </a:rPr>
              <a:t>Bolivia and Paraguay form the held-out evaluation.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E7569C-4314-4C48-B3A7-1462C61E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10896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E86F51"/>
                </a:solidFill>
              </a:defRPr>
            </a:defPPr>
            <a:lvl1pPr algn="ctr">
              <a:defRPr sz="1350" b="1">
                <a:solidFill>
                  <a:srgbClr val="E86F51"/>
                </a:solidFill>
              </a:defRPr>
            </a:lvl1pPr>
            <a:lvl2pPr algn="ctr">
              <a:defRPr sz="1350" b="1">
                <a:solidFill>
                  <a:srgbClr val="E86F51"/>
                </a:solidFill>
              </a:defRPr>
            </a:lvl2pPr>
            <a:lvl3pPr algn="ctr">
              <a:defRPr sz="1350" b="1">
                <a:solidFill>
                  <a:srgbClr val="E86F51"/>
                </a:solidFill>
              </a:defRPr>
            </a:lvl3pPr>
            <a:lvl4pPr algn="ctr">
              <a:defRPr sz="1350" b="1">
                <a:solidFill>
                  <a:srgbClr val="E86F51"/>
                </a:solidFill>
              </a:defRPr>
            </a:lvl4pPr>
            <a:lvl5pPr algn="ctr">
              <a:defRPr sz="1350" b="1">
                <a:solidFill>
                  <a:srgbClr val="E86F51"/>
                </a:solidFill>
              </a:defRPr>
            </a:lvl5pPr>
            <a:lvl6pPr algn="ctr">
              <a:defRPr sz="1350" b="1">
                <a:solidFill>
                  <a:srgbClr val="E86F51"/>
                </a:solidFill>
              </a:defRPr>
            </a:lvl6pPr>
            <a:lvl7pPr algn="ctr">
              <a:defRPr sz="1350" b="1">
                <a:solidFill>
                  <a:srgbClr val="E86F51"/>
                </a:solidFill>
              </a:defRPr>
            </a:lvl7pPr>
            <a:lvl8pPr algn="ctr">
              <a:defRPr sz="1350" b="1">
                <a:solidFill>
                  <a:srgbClr val="E86F51"/>
                </a:solidFill>
              </a:defRPr>
            </a:lvl8pPr>
            <a:lvl9pPr algn="ctr">
              <a:defRPr sz="1350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E86F51"/>
                </a:solidFill>
              </a:defRPr>
            </a:pPr>
            <a:r>
              <a:rPr sz="1350" b="1">
                <a:solidFill>
                  <a:srgbClr val="E86F51"/>
                </a:solidFill>
              </a:rPr>
              <a:t>Spain is excluded because its historical rainfall sequence is incomplete. Missing values are not imputed.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CF6BA1-31CB-4756-ADB0-DFCEFBDC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0200"/>
            <a:ext cx="1089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D6B5E"/>
                </a:solidFill>
              </a:defRPr>
            </a:defPPr>
            <a:lvl1pPr algn="ctr">
              <a:defRPr sz="1650" b="1">
                <a:solidFill>
                  <a:srgbClr val="0D6B5E"/>
                </a:solidFill>
              </a:defRPr>
            </a:lvl1pPr>
            <a:lvl2pPr algn="ctr">
              <a:defRPr sz="1650" b="1">
                <a:solidFill>
                  <a:srgbClr val="0D6B5E"/>
                </a:solidFill>
              </a:defRPr>
            </a:lvl2pPr>
            <a:lvl3pPr algn="ctr">
              <a:defRPr sz="1650" b="1">
                <a:solidFill>
                  <a:srgbClr val="0D6B5E"/>
                </a:solidFill>
              </a:defRPr>
            </a:lvl3pPr>
            <a:lvl4pPr algn="ctr">
              <a:defRPr sz="1650" b="1">
                <a:solidFill>
                  <a:srgbClr val="0D6B5E"/>
                </a:solidFill>
              </a:defRPr>
            </a:lvl4pPr>
            <a:lvl5pPr algn="ctr">
              <a:defRPr sz="1650" b="1">
                <a:solidFill>
                  <a:srgbClr val="0D6B5E"/>
                </a:solidFill>
              </a:defRPr>
            </a:lvl5pPr>
            <a:lvl6pPr algn="ctr">
              <a:defRPr sz="1650" b="1">
                <a:solidFill>
                  <a:srgbClr val="0D6B5E"/>
                </a:solidFill>
              </a:defRPr>
            </a:lvl6pPr>
            <a:lvl7pPr algn="ctr">
              <a:defRPr sz="1650" b="1">
                <a:solidFill>
                  <a:srgbClr val="0D6B5E"/>
                </a:solidFill>
              </a:defRPr>
            </a:lvl7pPr>
            <a:lvl8pPr algn="ctr">
              <a:defRPr sz="1650" b="1">
                <a:solidFill>
                  <a:srgbClr val="0D6B5E"/>
                </a:solidFill>
              </a:defRPr>
            </a:lvl8pPr>
            <a:lvl9pPr algn="ctr">
              <a:defRPr sz="16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D6B5E"/>
                </a:solidFill>
              </a:defRPr>
            </a:pPr>
            <a:r>
              <a:rPr sz="1650" b="1">
                <a:solidFill>
                  <a:srgbClr val="0D6B5E"/>
                </a:solidFill>
              </a:rPr>
              <a:t>Event-held-out evaluation is harder and more honest than a random chip split.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3FC7F6-31D5-404F-A73E-5B5A638F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347FBC-2F10-48E8-A4AD-08EF727B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10520453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370E8B-F25F-443E-B17A-4E5CA508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65ABE2-8744-423C-8428-FA66A13F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How the models work 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7AD53C-AC65-43B4-A744-F6D08C3A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32DA46-3AE1-4277-B3E6-70F2429B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3333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B6068E-C780-48A4-9E72-AD0A80CE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3B0806-8FED-44A4-8A71-FB8486DE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48E86-7C90-4AA8-AC80-AB57EED6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7640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2A"/>
                </a:solidFill>
              </a:defRPr>
            </a:defPPr>
            <a:lvl1pPr algn="l">
              <a:defRPr sz="1425" b="1">
                <a:solidFill>
                  <a:srgbClr val="102A2A"/>
                </a:solidFill>
              </a:defRPr>
            </a:lvl1pPr>
            <a:lvl2pPr algn="l">
              <a:defRPr sz="1425" b="1">
                <a:solidFill>
                  <a:srgbClr val="102A2A"/>
                </a:solidFill>
              </a:defRPr>
            </a:lvl2pPr>
            <a:lvl3pPr algn="l">
              <a:defRPr sz="1425" b="1">
                <a:solidFill>
                  <a:srgbClr val="102A2A"/>
                </a:solidFill>
              </a:defRPr>
            </a:lvl3pPr>
            <a:lvl4pPr algn="l">
              <a:defRPr sz="1425" b="1">
                <a:solidFill>
                  <a:srgbClr val="102A2A"/>
                </a:solidFill>
              </a:defRPr>
            </a:lvl4pPr>
            <a:lvl5pPr algn="l">
              <a:defRPr sz="1425" b="1">
                <a:solidFill>
                  <a:srgbClr val="102A2A"/>
                </a:solidFill>
              </a:defRPr>
            </a:lvl5pPr>
            <a:lvl6pPr algn="l">
              <a:defRPr sz="1425" b="1">
                <a:solidFill>
                  <a:srgbClr val="102A2A"/>
                </a:solidFill>
              </a:defRPr>
            </a:lvl6pPr>
            <a:lvl7pPr algn="l">
              <a:defRPr sz="1425" b="1">
                <a:solidFill>
                  <a:srgbClr val="102A2A"/>
                </a:solidFill>
              </a:defRPr>
            </a:lvl7pPr>
            <a:lvl8pPr algn="l">
              <a:defRPr sz="1425" b="1">
                <a:solidFill>
                  <a:srgbClr val="102A2A"/>
                </a:solidFill>
              </a:defRPr>
            </a:lvl8pPr>
            <a:lvl9pPr algn="l">
              <a:defRPr sz="14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Historical inputs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7F1E73-C181-4099-8881-D43842CF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1930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Sentinel-1 VV/VH radar and 60 days of CHIRPS rain.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08EF09-063F-4C52-8F42-B6EC151D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81150"/>
            <a:ext cx="3333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D0C2B8-D57B-4C43-A2B0-DEE54334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7526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EDD796-16DE-4772-A241-25E0F932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752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55D1B2-32BA-4E86-B1A4-C76317D6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167640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2A"/>
                </a:solidFill>
              </a:defRPr>
            </a:defPPr>
            <a:lvl1pPr algn="l">
              <a:defRPr sz="1425" b="1">
                <a:solidFill>
                  <a:srgbClr val="102A2A"/>
                </a:solidFill>
              </a:defRPr>
            </a:lvl1pPr>
            <a:lvl2pPr algn="l">
              <a:defRPr sz="1425" b="1">
                <a:solidFill>
                  <a:srgbClr val="102A2A"/>
                </a:solidFill>
              </a:defRPr>
            </a:lvl2pPr>
            <a:lvl3pPr algn="l">
              <a:defRPr sz="1425" b="1">
                <a:solidFill>
                  <a:srgbClr val="102A2A"/>
                </a:solidFill>
              </a:defRPr>
            </a:lvl3pPr>
            <a:lvl4pPr algn="l">
              <a:defRPr sz="1425" b="1">
                <a:solidFill>
                  <a:srgbClr val="102A2A"/>
                </a:solidFill>
              </a:defRPr>
            </a:lvl4pPr>
            <a:lvl5pPr algn="l">
              <a:defRPr sz="1425" b="1">
                <a:solidFill>
                  <a:srgbClr val="102A2A"/>
                </a:solidFill>
              </a:defRPr>
            </a:lvl5pPr>
            <a:lvl6pPr algn="l">
              <a:defRPr sz="1425" b="1">
                <a:solidFill>
                  <a:srgbClr val="102A2A"/>
                </a:solidFill>
              </a:defRPr>
            </a:lvl6pPr>
            <a:lvl7pPr algn="l">
              <a:defRPr sz="1425" b="1">
                <a:solidFill>
                  <a:srgbClr val="102A2A"/>
                </a:solidFill>
              </a:defRPr>
            </a:lvl7pPr>
            <a:lvl8pPr algn="l">
              <a:defRPr sz="1425" b="1">
                <a:solidFill>
                  <a:srgbClr val="102A2A"/>
                </a:solidFill>
              </a:defRPr>
            </a:lvl8pPr>
            <a:lvl9pPr algn="l">
              <a:defRPr sz="14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Classification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29890F-E205-4987-AA0D-0C00CFE3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01930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Spatial summaries or an LSTM estimate chip-level water.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89EF8E-98A9-434F-AEE8-E3B73ACE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81150"/>
            <a:ext cx="3333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35087A-98AC-42D1-91D2-028F2AB6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526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806464-8AB9-40E8-922C-1EE21DC6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52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D38B60-D3DE-42C7-BA47-D91F862A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7640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2A"/>
                </a:solidFill>
              </a:defRPr>
            </a:defPPr>
            <a:lvl1pPr algn="l">
              <a:defRPr sz="1425" b="1">
                <a:solidFill>
                  <a:srgbClr val="102A2A"/>
                </a:solidFill>
              </a:defRPr>
            </a:lvl1pPr>
            <a:lvl2pPr algn="l">
              <a:defRPr sz="1425" b="1">
                <a:solidFill>
                  <a:srgbClr val="102A2A"/>
                </a:solidFill>
              </a:defRPr>
            </a:lvl2pPr>
            <a:lvl3pPr algn="l">
              <a:defRPr sz="1425" b="1">
                <a:solidFill>
                  <a:srgbClr val="102A2A"/>
                </a:solidFill>
              </a:defRPr>
            </a:lvl3pPr>
            <a:lvl4pPr algn="l">
              <a:defRPr sz="1425" b="1">
                <a:solidFill>
                  <a:srgbClr val="102A2A"/>
                </a:solidFill>
              </a:defRPr>
            </a:lvl4pPr>
            <a:lvl5pPr algn="l">
              <a:defRPr sz="1425" b="1">
                <a:solidFill>
                  <a:srgbClr val="102A2A"/>
                </a:solidFill>
              </a:defRPr>
            </a:lvl5pPr>
            <a:lvl6pPr algn="l">
              <a:defRPr sz="1425" b="1">
                <a:solidFill>
                  <a:srgbClr val="102A2A"/>
                </a:solidFill>
              </a:defRPr>
            </a:lvl6pPr>
            <a:lvl7pPr algn="l">
              <a:defRPr sz="1425" b="1">
                <a:solidFill>
                  <a:srgbClr val="102A2A"/>
                </a:solidFill>
              </a:defRPr>
            </a:lvl7pPr>
            <a:lvl8pPr algn="l">
              <a:defRPr sz="1425" b="1">
                <a:solidFill>
                  <a:srgbClr val="102A2A"/>
                </a:solidFill>
              </a:defRPr>
            </a:lvl8pPr>
            <a:lvl9pPr algn="l">
              <a:defRPr sz="14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Segmentation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F7026E-A1AF-45E0-A5F1-D35A5397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1930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Extra Trees and U-Net label each valid pixel.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6C2C1B-9BEC-4729-AF9C-0DD10845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44767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5130EF-8015-419B-941D-6C37721C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8317F7-5100-4523-BC1E-D9061B75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62350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Spatial gradient baseline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A6685F-8AE8-4F8C-A199-8AA81391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62400"/>
            <a:ext cx="40767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VV/VH percentiles, distribution spread, cross-polarisation summaries, texture gradients, and transformed rainfall.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35AA71-3A13-49BF-B12A-A3EE879E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44767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8139A9-AC21-419C-B415-68B5D004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6CF"/>
          </a:solidFill>
          <a:ln xmlns:a="http://schemas.openxmlformats.org/drawingml/2006/main" w="0">
            <a:solidFill>
              <a:srgbClr val="26B6C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685427-735E-401F-BF84-C0EF9210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62350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Three-scale U-Net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25D53D-A157-4221-A1FA-9BACA3DC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62400"/>
            <a:ext cx="40767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Two radar bands, augmented 128 × 128 crops, masked BCE plus Dice loss, and overlapping tiled inference.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28B869-F77C-4522-927F-6A60917D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86400"/>
            <a:ext cx="1089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02A2A"/>
                </a:solidFill>
              </a:defRPr>
            </a:defPPr>
            <a:lvl1pPr algn="ctr">
              <a:defRPr sz="1350" b="1">
                <a:solidFill>
                  <a:srgbClr val="102A2A"/>
                </a:solidFill>
              </a:defRPr>
            </a:lvl1pPr>
            <a:lvl2pPr algn="ctr">
              <a:defRPr sz="1350" b="1">
                <a:solidFill>
                  <a:srgbClr val="102A2A"/>
                </a:solidFill>
              </a:defRPr>
            </a:lvl2pPr>
            <a:lvl3pPr algn="ctr">
              <a:defRPr sz="1350" b="1">
                <a:solidFill>
                  <a:srgbClr val="102A2A"/>
                </a:solidFill>
              </a:defRPr>
            </a:lvl3pPr>
            <a:lvl4pPr algn="ctr">
              <a:defRPr sz="1350" b="1">
                <a:solidFill>
                  <a:srgbClr val="102A2A"/>
                </a:solidFill>
              </a:defRPr>
            </a:lvl4pPr>
            <a:lvl5pPr algn="ctr">
              <a:defRPr sz="1350" b="1">
                <a:solidFill>
                  <a:srgbClr val="102A2A"/>
                </a:solidFill>
              </a:defRPr>
            </a:lvl5pPr>
            <a:lvl6pPr algn="ctr">
              <a:defRPr sz="1350" b="1">
                <a:solidFill>
                  <a:srgbClr val="102A2A"/>
                </a:solidFill>
              </a:defRPr>
            </a:lvl6pPr>
            <a:lvl7pPr algn="ctr">
              <a:defRPr sz="1350" b="1">
                <a:solidFill>
                  <a:srgbClr val="102A2A"/>
                </a:solidFill>
              </a:defRPr>
            </a:lvl7pPr>
            <a:lvl8pPr algn="ctr">
              <a:defRPr sz="1350" b="1">
                <a:solidFill>
                  <a:srgbClr val="102A2A"/>
                </a:solidFill>
              </a:defRPr>
            </a:lvl8pPr>
            <a:lvl9pPr algn="ctr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The lab places both tasks beside the same held-out event so users can inspect agreement and failure.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B42063-0BA4-4844-B9A2-ABE3BA33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AA3227-338A-4F8E-B50C-E9BEBA64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739810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22F173-56F3-4A9D-9021-466C45C7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9ED5F-DDC5-422C-87A6-5253E7D9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Held-out results on Bolivia and Paraguay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85BF0E-00ED-4349-A5B4-EA0B713E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Scores come from 81 chips across two unseen events and remain exploratory.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9426C2-DAAE-40CE-A752-D2861855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D6AAD328-8150-4B00-94A9-0A486967E7D9}"/>
              </a:ext>
            </a:extLst>
          </p:cNvPr>
          <p:cNvGraphicFramePr/>
          <p:nvPr/>
        </p:nvGraphicFramePr>
        <p:xfrm>
          <a:off xmlns:a="http://schemas.openxmlformats.org/drawingml/2006/main" x="647700" y="1504950"/>
          <a:ext xmlns:a="http://schemas.openxmlformats.org/drawingml/2006/main" cx="5334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bdc50d4f26f4f9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8065AC-2DED-46D2-862E-B960C982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04950"/>
            <a:ext cx="5124450" cy="3714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5F7F3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237071-652F-435B-A23F-39EAE343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907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26B6CF"/>
                </a:solidFill>
              </a:defRPr>
            </a:defPPr>
            <a:lvl1pPr algn="l">
              <a:defRPr sz="2625" b="1">
                <a:solidFill>
                  <a:srgbClr val="26B6CF"/>
                </a:solidFill>
              </a:defRPr>
            </a:lvl1pPr>
            <a:lvl2pPr algn="l">
              <a:defRPr sz="2625" b="1">
                <a:solidFill>
                  <a:srgbClr val="26B6CF"/>
                </a:solidFill>
              </a:defRPr>
            </a:lvl2pPr>
            <a:lvl3pPr algn="l">
              <a:defRPr sz="2625" b="1">
                <a:solidFill>
                  <a:srgbClr val="26B6CF"/>
                </a:solidFill>
              </a:defRPr>
            </a:lvl3pPr>
            <a:lvl4pPr algn="l">
              <a:defRPr sz="2625" b="1">
                <a:solidFill>
                  <a:srgbClr val="26B6CF"/>
                </a:solidFill>
              </a:defRPr>
            </a:lvl4pPr>
            <a:lvl5pPr algn="l">
              <a:defRPr sz="2625" b="1">
                <a:solidFill>
                  <a:srgbClr val="26B6CF"/>
                </a:solidFill>
              </a:defRPr>
            </a:lvl5pPr>
            <a:lvl6pPr algn="l">
              <a:defRPr sz="2625" b="1">
                <a:solidFill>
                  <a:srgbClr val="26B6CF"/>
                </a:solidFill>
              </a:defRPr>
            </a:lvl6pPr>
            <a:lvl7pPr algn="l">
              <a:defRPr sz="2625" b="1">
                <a:solidFill>
                  <a:srgbClr val="26B6CF"/>
                </a:solidFill>
              </a:defRPr>
            </a:lvl7pPr>
            <a:lvl8pPr algn="l">
              <a:defRPr sz="2625" b="1">
                <a:solidFill>
                  <a:srgbClr val="26B6CF"/>
                </a:solidFill>
              </a:defRPr>
            </a:lvl8pPr>
            <a:lvl9pPr algn="l">
              <a:defRPr sz="262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26B6CF"/>
                </a:solidFill>
              </a:defRPr>
            </a:pPr>
            <a:r>
              <a:rPr sz="2625" b="1">
                <a:solidFill>
                  <a:srgbClr val="26B6CF"/>
                </a:solidFill>
              </a:rPr>
              <a:t>0.725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730727-B8AF-46FC-A5C1-A96EF1C3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288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U-Net segmentation F1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700F02-A8E5-4580-B5D4-9ACEC4B0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7907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26B6CF"/>
                </a:solidFill>
              </a:defRPr>
            </a:defPPr>
            <a:lvl1pPr algn="l">
              <a:defRPr sz="2625" b="1">
                <a:solidFill>
                  <a:srgbClr val="26B6CF"/>
                </a:solidFill>
              </a:defRPr>
            </a:lvl1pPr>
            <a:lvl2pPr algn="l">
              <a:defRPr sz="2625" b="1">
                <a:solidFill>
                  <a:srgbClr val="26B6CF"/>
                </a:solidFill>
              </a:defRPr>
            </a:lvl2pPr>
            <a:lvl3pPr algn="l">
              <a:defRPr sz="2625" b="1">
                <a:solidFill>
                  <a:srgbClr val="26B6CF"/>
                </a:solidFill>
              </a:defRPr>
            </a:lvl3pPr>
            <a:lvl4pPr algn="l">
              <a:defRPr sz="2625" b="1">
                <a:solidFill>
                  <a:srgbClr val="26B6CF"/>
                </a:solidFill>
              </a:defRPr>
            </a:lvl4pPr>
            <a:lvl5pPr algn="l">
              <a:defRPr sz="2625" b="1">
                <a:solidFill>
                  <a:srgbClr val="26B6CF"/>
                </a:solidFill>
              </a:defRPr>
            </a:lvl5pPr>
            <a:lvl6pPr algn="l">
              <a:defRPr sz="2625" b="1">
                <a:solidFill>
                  <a:srgbClr val="26B6CF"/>
                </a:solidFill>
              </a:defRPr>
            </a:lvl6pPr>
            <a:lvl7pPr algn="l">
              <a:defRPr sz="2625" b="1">
                <a:solidFill>
                  <a:srgbClr val="26B6CF"/>
                </a:solidFill>
              </a:defRPr>
            </a:lvl7pPr>
            <a:lvl8pPr algn="l">
              <a:defRPr sz="2625" b="1">
                <a:solidFill>
                  <a:srgbClr val="26B6CF"/>
                </a:solidFill>
              </a:defRPr>
            </a:lvl8pPr>
            <a:lvl9pPr algn="l">
              <a:defRPr sz="262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26B6CF"/>
                </a:solidFill>
              </a:defRPr>
            </a:pPr>
            <a:r>
              <a:rPr sz="2625" b="1">
                <a:solidFill>
                  <a:srgbClr val="26B6CF"/>
                </a:solidFill>
              </a:rPr>
              <a:t>0.569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5CB45C-CD5C-4BC4-94A8-B868F737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288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U-Net intersection-over-union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C1EC88-5432-47A6-BC08-0EEF43E6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099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0D6B5E"/>
                </a:solidFill>
              </a:defRPr>
            </a:defPPr>
            <a:lvl1pPr algn="l">
              <a:defRPr sz="2625" b="1">
                <a:solidFill>
                  <a:srgbClr val="0D6B5E"/>
                </a:solidFill>
              </a:defRPr>
            </a:lvl1pPr>
            <a:lvl2pPr algn="l">
              <a:defRPr sz="2625" b="1">
                <a:solidFill>
                  <a:srgbClr val="0D6B5E"/>
                </a:solidFill>
              </a:defRPr>
            </a:lvl2pPr>
            <a:lvl3pPr algn="l">
              <a:defRPr sz="2625" b="1">
                <a:solidFill>
                  <a:srgbClr val="0D6B5E"/>
                </a:solidFill>
              </a:defRPr>
            </a:lvl3pPr>
            <a:lvl4pPr algn="l">
              <a:defRPr sz="2625" b="1">
                <a:solidFill>
                  <a:srgbClr val="0D6B5E"/>
                </a:solidFill>
              </a:defRPr>
            </a:lvl4pPr>
            <a:lvl5pPr algn="l">
              <a:defRPr sz="2625" b="1">
                <a:solidFill>
                  <a:srgbClr val="0D6B5E"/>
                </a:solidFill>
              </a:defRPr>
            </a:lvl5pPr>
            <a:lvl6pPr algn="l">
              <a:defRPr sz="2625" b="1">
                <a:solidFill>
                  <a:srgbClr val="0D6B5E"/>
                </a:solidFill>
              </a:defRPr>
            </a:lvl6pPr>
            <a:lvl7pPr algn="l">
              <a:defRPr sz="2625" b="1">
                <a:solidFill>
                  <a:srgbClr val="0D6B5E"/>
                </a:solidFill>
              </a:defRPr>
            </a:lvl7pPr>
            <a:lvl8pPr algn="l">
              <a:defRPr sz="2625" b="1">
                <a:solidFill>
                  <a:srgbClr val="0D6B5E"/>
                </a:solidFill>
              </a:defRPr>
            </a:lvl8pPr>
            <a:lvl9pPr algn="l">
              <a:defRPr sz="26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D6B5E"/>
                </a:solidFill>
              </a:defRPr>
            </a:pPr>
            <a:r>
              <a:rPr sz="2625" b="1">
                <a:solidFill>
                  <a:srgbClr val="0D6B5E"/>
                </a:solidFill>
              </a:rPr>
              <a:t>0.667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CBBC32-3322-4694-88E9-B212D063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480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spatial baseline classification F1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4B15BE-51D2-4071-A76D-B32BE77B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099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0D6B5E"/>
                </a:solidFill>
              </a:defRPr>
            </a:defPPr>
            <a:lvl1pPr algn="l">
              <a:defRPr sz="2625" b="1">
                <a:solidFill>
                  <a:srgbClr val="0D6B5E"/>
                </a:solidFill>
              </a:defRPr>
            </a:lvl1pPr>
            <a:lvl2pPr algn="l">
              <a:defRPr sz="2625" b="1">
                <a:solidFill>
                  <a:srgbClr val="0D6B5E"/>
                </a:solidFill>
              </a:defRPr>
            </a:lvl2pPr>
            <a:lvl3pPr algn="l">
              <a:defRPr sz="2625" b="1">
                <a:solidFill>
                  <a:srgbClr val="0D6B5E"/>
                </a:solidFill>
              </a:defRPr>
            </a:lvl3pPr>
            <a:lvl4pPr algn="l">
              <a:defRPr sz="2625" b="1">
                <a:solidFill>
                  <a:srgbClr val="0D6B5E"/>
                </a:solidFill>
              </a:defRPr>
            </a:lvl4pPr>
            <a:lvl5pPr algn="l">
              <a:defRPr sz="2625" b="1">
                <a:solidFill>
                  <a:srgbClr val="0D6B5E"/>
                </a:solidFill>
              </a:defRPr>
            </a:lvl5pPr>
            <a:lvl6pPr algn="l">
              <a:defRPr sz="2625" b="1">
                <a:solidFill>
                  <a:srgbClr val="0D6B5E"/>
                </a:solidFill>
              </a:defRPr>
            </a:lvl6pPr>
            <a:lvl7pPr algn="l">
              <a:defRPr sz="2625" b="1">
                <a:solidFill>
                  <a:srgbClr val="0D6B5E"/>
                </a:solidFill>
              </a:defRPr>
            </a:lvl7pPr>
            <a:lvl8pPr algn="l">
              <a:defRPr sz="2625" b="1">
                <a:solidFill>
                  <a:srgbClr val="0D6B5E"/>
                </a:solidFill>
              </a:defRPr>
            </a:lvl8pPr>
            <a:lvl9pPr algn="l">
              <a:defRPr sz="26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D6B5E"/>
                </a:solidFill>
              </a:defRPr>
            </a:pPr>
            <a:r>
              <a:rPr sz="2625" b="1">
                <a:solidFill>
                  <a:srgbClr val="0D6B5E"/>
                </a:solidFill>
              </a:rPr>
              <a:t>0.864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B6FD05-CCE4-4919-BA36-D0442BD3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480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spatial baseline precision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DE8E0F-E152-495B-8658-4CA41BDF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4815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E86F51"/>
                </a:solidFill>
              </a:defRPr>
            </a:defPPr>
            <a:lvl1pPr algn="l">
              <a:defRPr sz="1200" b="1">
                <a:solidFill>
                  <a:srgbClr val="E86F51"/>
                </a:solidFill>
              </a:defRPr>
            </a:lvl1pPr>
            <a:lvl2pPr algn="l">
              <a:defRPr sz="1200" b="1">
                <a:solidFill>
                  <a:srgbClr val="E86F51"/>
                </a:solidFill>
              </a:defRPr>
            </a:lvl2pPr>
            <a:lvl3pPr algn="l">
              <a:defRPr sz="1200" b="1">
                <a:solidFill>
                  <a:srgbClr val="E86F51"/>
                </a:solidFill>
              </a:defRPr>
            </a:lvl3pPr>
            <a:lvl4pPr algn="l">
              <a:defRPr sz="1200" b="1">
                <a:solidFill>
                  <a:srgbClr val="E86F51"/>
                </a:solidFill>
              </a:defRPr>
            </a:lvl4pPr>
            <a:lvl5pPr algn="l">
              <a:defRPr sz="1200" b="1">
                <a:solidFill>
                  <a:srgbClr val="E86F51"/>
                </a:solidFill>
              </a:defRPr>
            </a:lvl5pPr>
            <a:lvl6pPr algn="l">
              <a:defRPr sz="1200" b="1">
                <a:solidFill>
                  <a:srgbClr val="E86F51"/>
                </a:solidFill>
              </a:defRPr>
            </a:lvl6pPr>
            <a:lvl7pPr algn="l">
              <a:defRPr sz="1200" b="1">
                <a:solidFill>
                  <a:srgbClr val="E86F51"/>
                </a:solidFill>
              </a:defRPr>
            </a:lvl7pPr>
            <a:lvl8pPr algn="l">
              <a:defRPr sz="1200" b="1">
                <a:solidFill>
                  <a:srgbClr val="E86F51"/>
                </a:solidFill>
              </a:defRPr>
            </a:lvl8pPr>
            <a:lvl9pPr algn="l">
              <a:defRPr sz="1200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E86F51"/>
                </a:solidFill>
              </a:defRPr>
            </a:pPr>
            <a:r>
              <a:rPr sz="1200" b="1">
                <a:solidFill>
                  <a:srgbClr val="E86F51"/>
                </a:solidFill>
              </a:rPr>
              <a:t>The LSTM reached PR-AUC 0.762, but threshold transfer reduced F1 to 0.293.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ADBBE0-E2D3-4541-A099-4A1815D6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81650"/>
            <a:ext cx="1089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526262"/>
                </a:solidFill>
              </a:defRPr>
            </a:defPPr>
            <a:lvl1pPr algn="ctr">
              <a:defRPr sz="1200" b="1">
                <a:solidFill>
                  <a:srgbClr val="526262"/>
                </a:solidFill>
              </a:defRPr>
            </a:lvl1pPr>
            <a:lvl2pPr algn="ctr">
              <a:defRPr sz="1200" b="1">
                <a:solidFill>
                  <a:srgbClr val="526262"/>
                </a:solidFill>
              </a:defRPr>
            </a:lvl2pPr>
            <a:lvl3pPr algn="ctr">
              <a:defRPr sz="1200" b="1">
                <a:solidFill>
                  <a:srgbClr val="526262"/>
                </a:solidFill>
              </a:defRPr>
            </a:lvl3pPr>
            <a:lvl4pPr algn="ctr">
              <a:defRPr sz="1200" b="1">
                <a:solidFill>
                  <a:srgbClr val="526262"/>
                </a:solidFill>
              </a:defRPr>
            </a:lvl4pPr>
            <a:lvl5pPr algn="ctr">
              <a:defRPr sz="1200" b="1">
                <a:solidFill>
                  <a:srgbClr val="526262"/>
                </a:solidFill>
              </a:defRPr>
            </a:lvl5pPr>
            <a:lvl6pPr algn="ctr">
              <a:defRPr sz="1200" b="1">
                <a:solidFill>
                  <a:srgbClr val="526262"/>
                </a:solidFill>
              </a:defRPr>
            </a:lvl6pPr>
            <a:lvl7pPr algn="ctr">
              <a:defRPr sz="1200" b="1">
                <a:solidFill>
                  <a:srgbClr val="526262"/>
                </a:solidFill>
              </a:defRPr>
            </a:lvl7pPr>
            <a:lvl8pPr algn="ctr">
              <a:defRPr sz="1200" b="1">
                <a:solidFill>
                  <a:srgbClr val="526262"/>
                </a:solidFill>
              </a:defRPr>
            </a:lvl8pPr>
            <a:lvl9pPr algn="ctr">
              <a:defRPr sz="1200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526262"/>
                </a:solidFill>
              </a:defRPr>
            </a:pPr>
            <a:r>
              <a:rPr sz="1200" b="1">
                <a:solidFill>
                  <a:srgbClr val="526262"/>
                </a:solidFill>
              </a:rPr>
              <a:t>Classification and segmentation scores describe different tasks.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39838F-9C29-4FE5-926D-B1D868A8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AEB96F-38E6-4C67-8E38-1E249667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1386604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C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64B5DA-0F3B-44E6-8E24-30190C7F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6B6CF"/>
                </a:solidFill>
              </a:defRPr>
            </a:defPPr>
            <a:lvl1pPr algn="l">
              <a:defRPr sz="1050" b="1">
                <a:solidFill>
                  <a:srgbClr val="26B6CF"/>
                </a:solidFill>
              </a:defRPr>
            </a:lvl1pPr>
            <a:lvl2pPr algn="l">
              <a:defRPr sz="1050" b="1">
                <a:solidFill>
                  <a:srgbClr val="26B6CF"/>
                </a:solidFill>
              </a:defRPr>
            </a:lvl2pPr>
            <a:lvl3pPr algn="l">
              <a:defRPr sz="1050" b="1">
                <a:solidFill>
                  <a:srgbClr val="26B6CF"/>
                </a:solidFill>
              </a:defRPr>
            </a:lvl3pPr>
            <a:lvl4pPr algn="l">
              <a:defRPr sz="1050" b="1">
                <a:solidFill>
                  <a:srgbClr val="26B6CF"/>
                </a:solidFill>
              </a:defRPr>
            </a:lvl4pPr>
            <a:lvl5pPr algn="l">
              <a:defRPr sz="1050" b="1">
                <a:solidFill>
                  <a:srgbClr val="26B6CF"/>
                </a:solidFill>
              </a:defRPr>
            </a:lvl5pPr>
            <a:lvl6pPr algn="l">
              <a:defRPr sz="1050" b="1">
                <a:solidFill>
                  <a:srgbClr val="26B6CF"/>
                </a:solidFill>
              </a:defRPr>
            </a:lvl6pPr>
            <a:lvl7pPr algn="l">
              <a:defRPr sz="1050" b="1">
                <a:solidFill>
                  <a:srgbClr val="26B6CF"/>
                </a:solidFill>
              </a:defRPr>
            </a:lvl7pPr>
            <a:lvl8pPr algn="l">
              <a:defRPr sz="1050" b="1">
                <a:solidFill>
                  <a:srgbClr val="26B6CF"/>
                </a:solidFill>
              </a:defRPr>
            </a:lvl8pPr>
            <a:lvl9pPr algn="l">
              <a:defRPr sz="1050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6B6CF"/>
                </a:solidFill>
              </a:defRPr>
            </a:pPr>
            <a:r>
              <a:rPr sz="1050" b="1">
                <a:solidFill>
                  <a:srgbClr val="26B6CF"/>
                </a:solidFill>
              </a:rPr>
              <a:t>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B01164-52B0-4AB9-8D33-8254BB40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  <a:lvl1pPr algn="l">
              <a:defRPr sz="2250" b="1">
                <a:solidFill>
                  <a:srgbClr val="FFFFFF"/>
                </a:solidFill>
              </a:defRPr>
            </a:lvl1pPr>
            <a:lvl2pPr algn="l">
              <a:defRPr sz="2250" b="1">
                <a:solidFill>
                  <a:srgbClr val="FFFFFF"/>
                </a:solidFill>
              </a:defRPr>
            </a:lvl2pPr>
            <a:lvl3pPr algn="l">
              <a:defRPr sz="2250" b="1">
                <a:solidFill>
                  <a:srgbClr val="FFFFFF"/>
                </a:solidFill>
              </a:defRPr>
            </a:lvl3pPr>
            <a:lvl4pPr algn="l">
              <a:defRPr sz="2250" b="1">
                <a:solidFill>
                  <a:srgbClr val="FFFFFF"/>
                </a:solidFill>
              </a:defRPr>
            </a:lvl4pPr>
            <a:lvl5pPr algn="l">
              <a:defRPr sz="2250" b="1">
                <a:solidFill>
                  <a:srgbClr val="FFFFFF"/>
                </a:solidFill>
              </a:defRPr>
            </a:lvl5pPr>
            <a:lvl6pPr algn="l">
              <a:defRPr sz="2250" b="1">
                <a:solidFill>
                  <a:srgbClr val="FFFFFF"/>
                </a:solidFill>
              </a:defRPr>
            </a:lvl6pPr>
            <a:lvl7pPr algn="l">
              <a:defRPr sz="2250" b="1">
                <a:solidFill>
                  <a:srgbClr val="FFFFFF"/>
                </a:solidFill>
              </a:defRPr>
            </a:lvl7pPr>
            <a:lvl8pPr algn="l">
              <a:defRPr sz="2250" b="1">
                <a:solidFill>
                  <a:srgbClr val="FFFFFF"/>
                </a:solidFill>
              </a:defRPr>
            </a:lvl8pPr>
            <a:lvl9pPr algn="l"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Historical Event Lab: comparison in the browser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9C2CDB-1FA1-470B-B329-9530043C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B9CBC8"/>
                </a:solidFill>
              </a:defRPr>
            </a:defPPr>
            <a:lvl1pPr algn="l">
              <a:defRPr sz="1125" b="0">
                <a:solidFill>
                  <a:srgbClr val="B9CBC8"/>
                </a:solidFill>
              </a:defRPr>
            </a:lvl1pPr>
            <a:lvl2pPr algn="l">
              <a:defRPr sz="1125" b="0">
                <a:solidFill>
                  <a:srgbClr val="B9CBC8"/>
                </a:solidFill>
              </a:defRPr>
            </a:lvl2pPr>
            <a:lvl3pPr algn="l">
              <a:defRPr sz="1125" b="0">
                <a:solidFill>
                  <a:srgbClr val="B9CBC8"/>
                </a:solidFill>
              </a:defRPr>
            </a:lvl3pPr>
            <a:lvl4pPr algn="l">
              <a:defRPr sz="1125" b="0">
                <a:solidFill>
                  <a:srgbClr val="B9CBC8"/>
                </a:solidFill>
              </a:defRPr>
            </a:lvl4pPr>
            <a:lvl5pPr algn="l">
              <a:defRPr sz="1125" b="0">
                <a:solidFill>
                  <a:srgbClr val="B9CBC8"/>
                </a:solidFill>
              </a:defRPr>
            </a:lvl5pPr>
            <a:lvl6pPr algn="l">
              <a:defRPr sz="1125" b="0">
                <a:solidFill>
                  <a:srgbClr val="B9CBC8"/>
                </a:solidFill>
              </a:defRPr>
            </a:lvl6pPr>
            <a:lvl7pPr algn="l">
              <a:defRPr sz="1125" b="0">
                <a:solidFill>
                  <a:srgbClr val="B9CBC8"/>
                </a:solidFill>
              </a:defRPr>
            </a:lvl7pPr>
            <a:lvl8pPr algn="l">
              <a:defRPr sz="1125" b="0">
                <a:solidFill>
                  <a:srgbClr val="B9CBC8"/>
                </a:solidFill>
              </a:defRPr>
            </a:lvl8pPr>
            <a:lvl9pPr algn="l">
              <a:defRPr sz="1125" b="0">
                <a:solidFill>
                  <a:srgbClr val="B9CBC8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9CBC8"/>
                </a:solidFill>
              </a:defRPr>
            </a:pPr>
            <a:r>
              <a:rPr sz="1125" b="0">
                <a:solidFill>
                  <a:srgbClr val="B9CBC8"/>
                </a:solidFill>
              </a:rPr>
              <a:t>Select an event and chip, change model, adjust opacity, and inspect run details.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AAE38C-6F80-4F22-9C9A-14D433BC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FCCB69-DD98-4AB1-98FF-DC0F89727A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e64aba10304453"/>
          <a:stretch xmlns:a="http://schemas.openxmlformats.org/drawingml/2006/main"/>
        </p:blipFill>
        <p:spPr>
          <a:xfrm xmlns:a="http://schemas.openxmlformats.org/drawingml/2006/main">
            <a:off x="1785614" y="1257300"/>
            <a:ext cx="3629672" cy="4762500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A71838-8C52-4AD5-A13C-F7400A7C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466850"/>
            <a:ext cx="4610100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B70B01-41C0-45FF-A635-A8006E3A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46685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6CF"/>
          </a:solidFill>
          <a:ln xmlns:a="http://schemas.openxmlformats.org/drawingml/2006/main" w="0">
            <a:solidFill>
              <a:srgbClr val="26B6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904D24-00C2-41FE-8B4E-2E9DCE84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00200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Held-out comparison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59403E-C1E7-44A9-BDA0-8C2826B1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00250"/>
            <a:ext cx="4210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Extra Trees and U-Net IoU/F1 appear beside chip-level classification.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E7E304-A6A8-4F92-9531-416D26CE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57500"/>
            <a:ext cx="4610100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9F9A1F-FF59-4411-A881-76C28C6C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5750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1"/>
          </a:solidFill>
          <a:ln xmlns:a="http://schemas.openxmlformats.org/drawingml/2006/main" w="0">
            <a:solidFill>
              <a:srgbClr val="E86F5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DA7E7D-0AC6-4D2C-BFD0-13831027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90850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Visible threshold transfer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090683-819F-4315-9026-B64647E0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90900"/>
            <a:ext cx="4210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The original LSTM remains visible because weak transfer is useful evidence.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7C2B29-2611-4C4A-8DE0-8B833316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48150"/>
            <a:ext cx="4610100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4C286F-589F-483B-94E3-3659EA2D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4815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0275EF-7DA5-4B01-8695-4B93648C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81500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Reproducible selection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B10616-FE31-41CC-A6C5-7DE0BC09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781550"/>
            <a:ext cx="4210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The export points to the accepted baseline artifact and frozen segmentation run.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A87A72-F00A-4792-8905-2DCC25D1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8AA3A0"/>
                </a:solidFill>
              </a:defRPr>
            </a:defPPr>
            <a:lvl1pPr algn="l">
              <a:defRPr sz="825" b="0">
                <a:solidFill>
                  <a:srgbClr val="8AA3A0"/>
                </a:solidFill>
              </a:defRPr>
            </a:lvl1pPr>
            <a:lvl2pPr algn="l">
              <a:defRPr sz="825" b="0">
                <a:solidFill>
                  <a:srgbClr val="8AA3A0"/>
                </a:solidFill>
              </a:defRPr>
            </a:lvl2pPr>
            <a:lvl3pPr algn="l">
              <a:defRPr sz="825" b="0">
                <a:solidFill>
                  <a:srgbClr val="8AA3A0"/>
                </a:solidFill>
              </a:defRPr>
            </a:lvl3pPr>
            <a:lvl4pPr algn="l">
              <a:defRPr sz="825" b="0">
                <a:solidFill>
                  <a:srgbClr val="8AA3A0"/>
                </a:solidFill>
              </a:defRPr>
            </a:lvl4pPr>
            <a:lvl5pPr algn="l">
              <a:defRPr sz="825" b="0">
                <a:solidFill>
                  <a:srgbClr val="8AA3A0"/>
                </a:solidFill>
              </a:defRPr>
            </a:lvl5pPr>
            <a:lvl6pPr algn="l">
              <a:defRPr sz="825" b="0">
                <a:solidFill>
                  <a:srgbClr val="8AA3A0"/>
                </a:solidFill>
              </a:defRPr>
            </a:lvl6pPr>
            <a:lvl7pPr algn="l">
              <a:defRPr sz="825" b="0">
                <a:solidFill>
                  <a:srgbClr val="8AA3A0"/>
                </a:solidFill>
              </a:defRPr>
            </a:lvl7pPr>
            <a:lvl8pPr algn="l">
              <a:defRPr sz="825" b="0">
                <a:solidFill>
                  <a:srgbClr val="8AA3A0"/>
                </a:solidFill>
              </a:defRPr>
            </a:lvl8pPr>
            <a:lvl9pPr algn="l">
              <a:defRPr sz="825" b="0">
                <a:solidFill>
                  <a:srgbClr val="8AA3A0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8AA3A0"/>
                </a:solidFill>
              </a:defRPr>
            </a:pPr>
            <a:r>
              <a:rPr sz="825" b="0">
                <a:solidFill>
                  <a:srgbClr val="8AA3A0"/>
                </a:solidFill>
              </a:rPr>
              <a:t>FloodLens final project report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BF2BD9-A392-43EF-9912-7665790A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8AA3A0"/>
                </a:solidFill>
              </a:defRPr>
            </a:defPPr>
            <a:lvl1pPr algn="r">
              <a:defRPr sz="825" b="1">
                <a:solidFill>
                  <a:srgbClr val="8AA3A0"/>
                </a:solidFill>
              </a:defRPr>
            </a:lvl1pPr>
            <a:lvl2pPr algn="r">
              <a:defRPr sz="825" b="1">
                <a:solidFill>
                  <a:srgbClr val="8AA3A0"/>
                </a:solidFill>
              </a:defRPr>
            </a:lvl2pPr>
            <a:lvl3pPr algn="r">
              <a:defRPr sz="825" b="1">
                <a:solidFill>
                  <a:srgbClr val="8AA3A0"/>
                </a:solidFill>
              </a:defRPr>
            </a:lvl3pPr>
            <a:lvl4pPr algn="r">
              <a:defRPr sz="825" b="1">
                <a:solidFill>
                  <a:srgbClr val="8AA3A0"/>
                </a:solidFill>
              </a:defRPr>
            </a:lvl4pPr>
            <a:lvl5pPr algn="r">
              <a:defRPr sz="825" b="1">
                <a:solidFill>
                  <a:srgbClr val="8AA3A0"/>
                </a:solidFill>
              </a:defRPr>
            </a:lvl5pPr>
            <a:lvl6pPr algn="r">
              <a:defRPr sz="825" b="1">
                <a:solidFill>
                  <a:srgbClr val="8AA3A0"/>
                </a:solidFill>
              </a:defRPr>
            </a:lvl6pPr>
            <a:lvl7pPr algn="r">
              <a:defRPr sz="825" b="1">
                <a:solidFill>
                  <a:srgbClr val="8AA3A0"/>
                </a:solidFill>
              </a:defRPr>
            </a:lvl7pPr>
            <a:lvl8pPr algn="r">
              <a:defRPr sz="825" b="1">
                <a:solidFill>
                  <a:srgbClr val="8AA3A0"/>
                </a:solidFill>
              </a:defRPr>
            </a:lvl8pPr>
            <a:lvl9pPr algn="r">
              <a:defRPr sz="825" b="1">
                <a:solidFill>
                  <a:srgbClr val="8AA3A0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8AA3A0"/>
                </a:solidFill>
              </a:defRPr>
            </a:pPr>
            <a:r>
              <a:rPr sz="825" b="1">
                <a:solidFill>
                  <a:srgbClr val="8AA3A0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9806133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9A8343-41A9-4E73-BE59-E81619CE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3095F1-9A8C-4F3D-A581-AAA8CCFF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Failure analysis on a held-out satellite chip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409305-7F2F-4672-878F-223D3DA0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Bolivia_103757 separates radar input, verified water, prediction, and error.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3E3C82-3A6A-49F5-953F-CDD04870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540342-5DD4-470E-B90F-F970F4B4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0D6B5E"/>
                </a:solidFill>
              </a:defRPr>
            </a:defPPr>
            <a:lvl1pPr algn="ctr">
              <a:defRPr sz="1200" b="1">
                <a:solidFill>
                  <a:srgbClr val="0D6B5E"/>
                </a:solidFill>
              </a:defRPr>
            </a:lvl1pPr>
            <a:lvl2pPr algn="ctr">
              <a:defRPr sz="1200" b="1">
                <a:solidFill>
                  <a:srgbClr val="0D6B5E"/>
                </a:solidFill>
              </a:defRPr>
            </a:lvl2pPr>
            <a:lvl3pPr algn="ctr">
              <a:defRPr sz="1200" b="1">
                <a:solidFill>
                  <a:srgbClr val="0D6B5E"/>
                </a:solidFill>
              </a:defRPr>
            </a:lvl3pPr>
            <a:lvl4pPr algn="ctr">
              <a:defRPr sz="1200" b="1">
                <a:solidFill>
                  <a:srgbClr val="0D6B5E"/>
                </a:solidFill>
              </a:defRPr>
            </a:lvl4pPr>
            <a:lvl5pPr algn="ctr">
              <a:defRPr sz="1200" b="1">
                <a:solidFill>
                  <a:srgbClr val="0D6B5E"/>
                </a:solidFill>
              </a:defRPr>
            </a:lvl5pPr>
            <a:lvl6pPr algn="ctr">
              <a:defRPr sz="1200" b="1">
                <a:solidFill>
                  <a:srgbClr val="0D6B5E"/>
                </a:solidFill>
              </a:defRPr>
            </a:lvl6pPr>
            <a:lvl7pPr algn="ctr">
              <a:defRPr sz="1200" b="1">
                <a:solidFill>
                  <a:srgbClr val="0D6B5E"/>
                </a:solidFill>
              </a:defRPr>
            </a:lvl7pPr>
            <a:lvl8pPr algn="ctr">
              <a:defRPr sz="1200" b="1">
                <a:solidFill>
                  <a:srgbClr val="0D6B5E"/>
                </a:solidFill>
              </a:defRPr>
            </a:lvl8pPr>
            <a:lvl9pPr algn="ctr">
              <a:defRPr sz="120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0D6B5E"/>
                </a:solidFill>
              </a:defRPr>
            </a:pPr>
            <a:r>
              <a:rPr sz="1200" b="1">
                <a:solidFill>
                  <a:srgbClr val="0D6B5E"/>
                </a:solidFill>
              </a:rPr>
              <a:t>Radar input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4EBDBA-9C57-4382-88A7-832E3CDC3B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6c9c99c3314db3"/>
          <a:stretch xmlns:a="http://schemas.openxmlformats.org/drawingml/2006/main"/>
        </p:blipFill>
        <p:spPr>
          <a:xfrm xmlns:a="http://schemas.openxmlformats.org/drawingml/2006/main">
            <a:off x="647700" y="1847850"/>
            <a:ext cx="2476500" cy="2476500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B58AAD-1DB5-476B-A379-8412EC75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428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0D6B5E"/>
                </a:solidFill>
              </a:defRPr>
            </a:defPPr>
            <a:lvl1pPr algn="ctr">
              <a:defRPr sz="1200" b="1">
                <a:solidFill>
                  <a:srgbClr val="0D6B5E"/>
                </a:solidFill>
              </a:defRPr>
            </a:lvl1pPr>
            <a:lvl2pPr algn="ctr">
              <a:defRPr sz="1200" b="1">
                <a:solidFill>
                  <a:srgbClr val="0D6B5E"/>
                </a:solidFill>
              </a:defRPr>
            </a:lvl2pPr>
            <a:lvl3pPr algn="ctr">
              <a:defRPr sz="1200" b="1">
                <a:solidFill>
                  <a:srgbClr val="0D6B5E"/>
                </a:solidFill>
              </a:defRPr>
            </a:lvl3pPr>
            <a:lvl4pPr algn="ctr">
              <a:defRPr sz="1200" b="1">
                <a:solidFill>
                  <a:srgbClr val="0D6B5E"/>
                </a:solidFill>
              </a:defRPr>
            </a:lvl4pPr>
            <a:lvl5pPr algn="ctr">
              <a:defRPr sz="1200" b="1">
                <a:solidFill>
                  <a:srgbClr val="0D6B5E"/>
                </a:solidFill>
              </a:defRPr>
            </a:lvl5pPr>
            <a:lvl6pPr algn="ctr">
              <a:defRPr sz="1200" b="1">
                <a:solidFill>
                  <a:srgbClr val="0D6B5E"/>
                </a:solidFill>
              </a:defRPr>
            </a:lvl6pPr>
            <a:lvl7pPr algn="ctr">
              <a:defRPr sz="1200" b="1">
                <a:solidFill>
                  <a:srgbClr val="0D6B5E"/>
                </a:solidFill>
              </a:defRPr>
            </a:lvl7pPr>
            <a:lvl8pPr algn="ctr">
              <a:defRPr sz="1200" b="1">
                <a:solidFill>
                  <a:srgbClr val="0D6B5E"/>
                </a:solidFill>
              </a:defRPr>
            </a:lvl8pPr>
            <a:lvl9pPr algn="ctr">
              <a:defRPr sz="120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0D6B5E"/>
                </a:solidFill>
              </a:defRPr>
            </a:pPr>
            <a:r>
              <a:rPr sz="1200" b="1">
                <a:solidFill>
                  <a:srgbClr val="0D6B5E"/>
                </a:solidFill>
              </a:rPr>
              <a:t>Verified label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2741A0-5C6C-4C43-93F7-B055964613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9023f82050433d"/>
          <a:stretch xmlns:a="http://schemas.openxmlformats.org/drawingml/2006/main"/>
        </p:blipFill>
        <p:spPr>
          <a:xfrm xmlns:a="http://schemas.openxmlformats.org/drawingml/2006/main">
            <a:off x="3371850" y="1847850"/>
            <a:ext cx="2476500" cy="2476500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8B1B14-86EC-454E-B2E8-58CC8BEA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0D6B5E"/>
                </a:solidFill>
              </a:defRPr>
            </a:defPPr>
            <a:lvl1pPr algn="ctr">
              <a:defRPr sz="1200" b="1">
                <a:solidFill>
                  <a:srgbClr val="0D6B5E"/>
                </a:solidFill>
              </a:defRPr>
            </a:lvl1pPr>
            <a:lvl2pPr algn="ctr">
              <a:defRPr sz="1200" b="1">
                <a:solidFill>
                  <a:srgbClr val="0D6B5E"/>
                </a:solidFill>
              </a:defRPr>
            </a:lvl2pPr>
            <a:lvl3pPr algn="ctr">
              <a:defRPr sz="1200" b="1">
                <a:solidFill>
                  <a:srgbClr val="0D6B5E"/>
                </a:solidFill>
              </a:defRPr>
            </a:lvl3pPr>
            <a:lvl4pPr algn="ctr">
              <a:defRPr sz="1200" b="1">
                <a:solidFill>
                  <a:srgbClr val="0D6B5E"/>
                </a:solidFill>
              </a:defRPr>
            </a:lvl4pPr>
            <a:lvl5pPr algn="ctr">
              <a:defRPr sz="1200" b="1">
                <a:solidFill>
                  <a:srgbClr val="0D6B5E"/>
                </a:solidFill>
              </a:defRPr>
            </a:lvl5pPr>
            <a:lvl6pPr algn="ctr">
              <a:defRPr sz="1200" b="1">
                <a:solidFill>
                  <a:srgbClr val="0D6B5E"/>
                </a:solidFill>
              </a:defRPr>
            </a:lvl6pPr>
            <a:lvl7pPr algn="ctr">
              <a:defRPr sz="1200" b="1">
                <a:solidFill>
                  <a:srgbClr val="0D6B5E"/>
                </a:solidFill>
              </a:defRPr>
            </a:lvl7pPr>
            <a:lvl8pPr algn="ctr">
              <a:defRPr sz="1200" b="1">
                <a:solidFill>
                  <a:srgbClr val="0D6B5E"/>
                </a:solidFill>
              </a:defRPr>
            </a:lvl8pPr>
            <a:lvl9pPr algn="ctr">
              <a:defRPr sz="120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0D6B5E"/>
                </a:solidFill>
              </a:defRPr>
            </a:pPr>
            <a:r>
              <a:rPr sz="1200" b="1">
                <a:solidFill>
                  <a:srgbClr val="0D6B5E"/>
                </a:solidFill>
              </a:rPr>
              <a:t>U-Net prediction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31C116-69C4-4DDB-9752-9BD1E1E997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7686a369a24a56"/>
          <a:stretch xmlns:a="http://schemas.openxmlformats.org/drawingml/2006/main"/>
        </p:blipFill>
        <p:spPr>
          <a:xfrm xmlns:a="http://schemas.openxmlformats.org/drawingml/2006/main">
            <a:off x="6096000" y="1847850"/>
            <a:ext cx="2476500" cy="2476500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9363AC-B7DE-4811-BA10-DB51A0E7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428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E86F51"/>
                </a:solidFill>
              </a:defRPr>
            </a:defPPr>
            <a:lvl1pPr algn="ctr">
              <a:defRPr sz="1200" b="1">
                <a:solidFill>
                  <a:srgbClr val="E86F51"/>
                </a:solidFill>
              </a:defRPr>
            </a:lvl1pPr>
            <a:lvl2pPr algn="ctr">
              <a:defRPr sz="1200" b="1">
                <a:solidFill>
                  <a:srgbClr val="E86F51"/>
                </a:solidFill>
              </a:defRPr>
            </a:lvl2pPr>
            <a:lvl3pPr algn="ctr">
              <a:defRPr sz="1200" b="1">
                <a:solidFill>
                  <a:srgbClr val="E86F51"/>
                </a:solidFill>
              </a:defRPr>
            </a:lvl3pPr>
            <a:lvl4pPr algn="ctr">
              <a:defRPr sz="1200" b="1">
                <a:solidFill>
                  <a:srgbClr val="E86F51"/>
                </a:solidFill>
              </a:defRPr>
            </a:lvl4pPr>
            <a:lvl5pPr algn="ctr">
              <a:defRPr sz="1200" b="1">
                <a:solidFill>
                  <a:srgbClr val="E86F51"/>
                </a:solidFill>
              </a:defRPr>
            </a:lvl5pPr>
            <a:lvl6pPr algn="ctr">
              <a:defRPr sz="1200" b="1">
                <a:solidFill>
                  <a:srgbClr val="E86F51"/>
                </a:solidFill>
              </a:defRPr>
            </a:lvl6pPr>
            <a:lvl7pPr algn="ctr">
              <a:defRPr sz="1200" b="1">
                <a:solidFill>
                  <a:srgbClr val="E86F51"/>
                </a:solidFill>
              </a:defRPr>
            </a:lvl7pPr>
            <a:lvl8pPr algn="ctr">
              <a:defRPr sz="1200" b="1">
                <a:solidFill>
                  <a:srgbClr val="E86F51"/>
                </a:solidFill>
              </a:defRPr>
            </a:lvl8pPr>
            <a:lvl9pPr algn="ctr">
              <a:defRPr sz="1200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E86F51"/>
                </a:solidFill>
              </a:defRPr>
            </a:pPr>
            <a:r>
              <a:rPr sz="1200" b="1">
                <a:solidFill>
                  <a:srgbClr val="E86F51"/>
                </a:solidFill>
              </a:rPr>
              <a:t>False and missed water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476438-B3EB-4C0C-BBC3-212AF83D8A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98fa5ce3944528"/>
          <a:stretch xmlns:a="http://schemas.openxmlformats.org/drawingml/2006/main"/>
        </p:blipFill>
        <p:spPr>
          <a:xfrm xmlns:a="http://schemas.openxmlformats.org/drawingml/2006/main">
            <a:off x="8820150" y="1847850"/>
            <a:ext cx="2476500" cy="2476500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8AED34-ED11-4649-AFAA-F7F904CD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1089660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A8EF46-9224-4C22-866A-CA71E84B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526262"/>
                </a:solidFill>
              </a:defRPr>
            </a:defPPr>
            <a:lvl1pPr algn="ctr">
              <a:defRPr sz="1275" b="1">
                <a:solidFill>
                  <a:srgbClr val="526262"/>
                </a:solidFill>
              </a:defRPr>
            </a:lvl1pPr>
            <a:lvl2pPr algn="ctr">
              <a:defRPr sz="1275" b="1">
                <a:solidFill>
                  <a:srgbClr val="526262"/>
                </a:solidFill>
              </a:defRPr>
            </a:lvl2pPr>
            <a:lvl3pPr algn="ctr">
              <a:defRPr sz="1275" b="1">
                <a:solidFill>
                  <a:srgbClr val="526262"/>
                </a:solidFill>
              </a:defRPr>
            </a:lvl3pPr>
            <a:lvl4pPr algn="ctr">
              <a:defRPr sz="1275" b="1">
                <a:solidFill>
                  <a:srgbClr val="526262"/>
                </a:solidFill>
              </a:defRPr>
            </a:lvl4pPr>
            <a:lvl5pPr algn="ctr">
              <a:defRPr sz="1275" b="1">
                <a:solidFill>
                  <a:srgbClr val="526262"/>
                </a:solidFill>
              </a:defRPr>
            </a:lvl5pPr>
            <a:lvl6pPr algn="ctr">
              <a:defRPr sz="1275" b="1">
                <a:solidFill>
                  <a:srgbClr val="526262"/>
                </a:solidFill>
              </a:defRPr>
            </a:lvl6pPr>
            <a:lvl7pPr algn="ctr">
              <a:defRPr sz="1275" b="1">
                <a:solidFill>
                  <a:srgbClr val="526262"/>
                </a:solidFill>
              </a:defRPr>
            </a:lvl7pPr>
            <a:lvl8pPr algn="ctr">
              <a:defRPr sz="1275" b="1">
                <a:solidFill>
                  <a:srgbClr val="526262"/>
                </a:solidFill>
              </a:defRPr>
            </a:lvl8pPr>
            <a:lvl9pPr algn="ctr">
              <a:defRPr sz="127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526262"/>
                </a:solidFill>
              </a:defRPr>
            </a:pPr>
            <a:r>
              <a:rPr sz="1275" b="1">
                <a:solidFill>
                  <a:srgbClr val="526262"/>
                </a:solidFill>
              </a:rPr>
              <a:t>False water marks predictions outside the label. Missed water marks labelled pixels the model failed to recover. Spatial errors reveal what aggregate F1 hides.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5304D1-12BD-4EB6-B62B-0A3AE8D9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6E57FF-903A-434C-BB2E-34C470DC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471671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3994DE-67C8-4556-A918-C11964E1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6B1759-373A-49F6-AF02-894866B2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A higher F1 can still hide a bad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DB3A54-E01F-4D4D-9FB5-034D7402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The event-balanced LSTM v2 reached F1 0.603 by predicting every held-out chip as positive.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641C98-870B-4E6B-B05B-84660BA1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8E312F-4BD4-4B5D-8177-A7B9BCC8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5143500" cy="333375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BEAE5"/>
          </a:solidFill>
          <a:ln xmlns:a="http://schemas.openxmlformats.org/drawingml/2006/main" w="9525">
            <a:solidFill>
              <a:srgbClr val="F3C4B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650F29-EEE6-4389-B5A9-F24515EA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E86F51"/>
                </a:solidFill>
              </a:defRPr>
            </a:defPPr>
            <a:lvl1pPr algn="l">
              <a:defRPr sz="1650" b="1">
                <a:solidFill>
                  <a:srgbClr val="E86F51"/>
                </a:solidFill>
              </a:defRPr>
            </a:lvl1pPr>
            <a:lvl2pPr algn="l">
              <a:defRPr sz="1650" b="1">
                <a:solidFill>
                  <a:srgbClr val="E86F51"/>
                </a:solidFill>
              </a:defRPr>
            </a:lvl2pPr>
            <a:lvl3pPr algn="l">
              <a:defRPr sz="1650" b="1">
                <a:solidFill>
                  <a:srgbClr val="E86F51"/>
                </a:solidFill>
              </a:defRPr>
            </a:lvl3pPr>
            <a:lvl4pPr algn="l">
              <a:defRPr sz="1650" b="1">
                <a:solidFill>
                  <a:srgbClr val="E86F51"/>
                </a:solidFill>
              </a:defRPr>
            </a:lvl4pPr>
            <a:lvl5pPr algn="l">
              <a:defRPr sz="1650" b="1">
                <a:solidFill>
                  <a:srgbClr val="E86F51"/>
                </a:solidFill>
              </a:defRPr>
            </a:lvl5pPr>
            <a:lvl6pPr algn="l">
              <a:defRPr sz="1650" b="1">
                <a:solidFill>
                  <a:srgbClr val="E86F51"/>
                </a:solidFill>
              </a:defRPr>
            </a:lvl6pPr>
            <a:lvl7pPr algn="l">
              <a:defRPr sz="1650" b="1">
                <a:solidFill>
                  <a:srgbClr val="E86F51"/>
                </a:solidFill>
              </a:defRPr>
            </a:lvl7pPr>
            <a:lvl8pPr algn="l">
              <a:defRPr sz="1650" b="1">
                <a:solidFill>
                  <a:srgbClr val="E86F51"/>
                </a:solidFill>
              </a:defRPr>
            </a:lvl8pPr>
            <a:lvl9pPr algn="l">
              <a:defRPr sz="1650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E86F51"/>
                </a:solidFill>
              </a:defRPr>
            </a:pPr>
            <a:r>
              <a:rPr sz="1650" b="1">
                <a:solidFill>
                  <a:srgbClr val="E86F51"/>
                </a:solidFill>
              </a:rPr>
              <a:t>Rejected LSTM v2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9A0EB2-A76B-4C06-AE79-13132B03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E86F51"/>
                </a:solidFill>
              </a:defRPr>
            </a:defPPr>
            <a:lvl1pPr algn="l">
              <a:defRPr sz="2625" b="1">
                <a:solidFill>
                  <a:srgbClr val="E86F51"/>
                </a:solidFill>
              </a:defRPr>
            </a:lvl1pPr>
            <a:lvl2pPr algn="l">
              <a:defRPr sz="2625" b="1">
                <a:solidFill>
                  <a:srgbClr val="E86F51"/>
                </a:solidFill>
              </a:defRPr>
            </a:lvl2pPr>
            <a:lvl3pPr algn="l">
              <a:defRPr sz="2625" b="1">
                <a:solidFill>
                  <a:srgbClr val="E86F51"/>
                </a:solidFill>
              </a:defRPr>
            </a:lvl3pPr>
            <a:lvl4pPr algn="l">
              <a:defRPr sz="2625" b="1">
                <a:solidFill>
                  <a:srgbClr val="E86F51"/>
                </a:solidFill>
              </a:defRPr>
            </a:lvl4pPr>
            <a:lvl5pPr algn="l">
              <a:defRPr sz="2625" b="1">
                <a:solidFill>
                  <a:srgbClr val="E86F51"/>
                </a:solidFill>
              </a:defRPr>
            </a:lvl5pPr>
            <a:lvl6pPr algn="l">
              <a:defRPr sz="2625" b="1">
                <a:solidFill>
                  <a:srgbClr val="E86F51"/>
                </a:solidFill>
              </a:defRPr>
            </a:lvl6pPr>
            <a:lvl7pPr algn="l">
              <a:defRPr sz="2625" b="1">
                <a:solidFill>
                  <a:srgbClr val="E86F51"/>
                </a:solidFill>
              </a:defRPr>
            </a:lvl7pPr>
            <a:lvl8pPr algn="l">
              <a:defRPr sz="2625" b="1">
                <a:solidFill>
                  <a:srgbClr val="E86F51"/>
                </a:solidFill>
              </a:defRPr>
            </a:lvl8pPr>
            <a:lvl9pPr algn="l">
              <a:defRPr sz="2625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E86F51"/>
                </a:solidFill>
              </a:defRPr>
            </a:pPr>
            <a:r>
              <a:rPr sz="2625" b="1">
                <a:solidFill>
                  <a:srgbClr val="E86F51"/>
                </a:solidFill>
              </a:rPr>
              <a:t>81 / 81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45C1A1-BDD1-4E95-9C9D-79230BFF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chips predicted positive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1339BC-A192-4AFE-BDCA-7DE96AE8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241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E86F51"/>
                </a:solidFill>
              </a:defRPr>
            </a:defPPr>
            <a:lvl1pPr algn="l">
              <a:defRPr sz="2625" b="1">
                <a:solidFill>
                  <a:srgbClr val="E86F51"/>
                </a:solidFill>
              </a:defRPr>
            </a:lvl1pPr>
            <a:lvl2pPr algn="l">
              <a:defRPr sz="2625" b="1">
                <a:solidFill>
                  <a:srgbClr val="E86F51"/>
                </a:solidFill>
              </a:defRPr>
            </a:lvl2pPr>
            <a:lvl3pPr algn="l">
              <a:defRPr sz="2625" b="1">
                <a:solidFill>
                  <a:srgbClr val="E86F51"/>
                </a:solidFill>
              </a:defRPr>
            </a:lvl3pPr>
            <a:lvl4pPr algn="l">
              <a:defRPr sz="2625" b="1">
                <a:solidFill>
                  <a:srgbClr val="E86F51"/>
                </a:solidFill>
              </a:defRPr>
            </a:lvl4pPr>
            <a:lvl5pPr algn="l">
              <a:defRPr sz="2625" b="1">
                <a:solidFill>
                  <a:srgbClr val="E86F51"/>
                </a:solidFill>
              </a:defRPr>
            </a:lvl5pPr>
            <a:lvl6pPr algn="l">
              <a:defRPr sz="2625" b="1">
                <a:solidFill>
                  <a:srgbClr val="E86F51"/>
                </a:solidFill>
              </a:defRPr>
            </a:lvl6pPr>
            <a:lvl7pPr algn="l">
              <a:defRPr sz="2625" b="1">
                <a:solidFill>
                  <a:srgbClr val="E86F51"/>
                </a:solidFill>
              </a:defRPr>
            </a:lvl7pPr>
            <a:lvl8pPr algn="l">
              <a:defRPr sz="2625" b="1">
                <a:solidFill>
                  <a:srgbClr val="E86F51"/>
                </a:solidFill>
              </a:defRPr>
            </a:lvl8pPr>
            <a:lvl9pPr algn="l">
              <a:defRPr sz="2625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E86F51"/>
                </a:solidFill>
              </a:defRPr>
            </a:pPr>
            <a:r>
              <a:rPr sz="2625" b="1">
                <a:solidFill>
                  <a:srgbClr val="E86F51"/>
                </a:solidFill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B92644-0925-4542-BB4F-58CC1469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622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true negatives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D8DB6C-99A5-453D-A110-63E5B95F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447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02A2A"/>
                </a:solidFill>
              </a:defRPr>
            </a:defPPr>
            <a:lvl1pPr algn="l">
              <a:defRPr sz="1500" b="1">
                <a:solidFill>
                  <a:srgbClr val="102A2A"/>
                </a:solidFill>
              </a:defRPr>
            </a:lvl1pPr>
            <a:lvl2pPr algn="l">
              <a:defRPr sz="1500" b="1">
                <a:solidFill>
                  <a:srgbClr val="102A2A"/>
                </a:solidFill>
              </a:defRPr>
            </a:lvl2pPr>
            <a:lvl3pPr algn="l">
              <a:defRPr sz="1500" b="1">
                <a:solidFill>
                  <a:srgbClr val="102A2A"/>
                </a:solidFill>
              </a:defRPr>
            </a:lvl3pPr>
            <a:lvl4pPr algn="l">
              <a:defRPr sz="1500" b="1">
                <a:solidFill>
                  <a:srgbClr val="102A2A"/>
                </a:solidFill>
              </a:defRPr>
            </a:lvl4pPr>
            <a:lvl5pPr algn="l">
              <a:defRPr sz="1500" b="1">
                <a:solidFill>
                  <a:srgbClr val="102A2A"/>
                </a:solidFill>
              </a:defRPr>
            </a:lvl5pPr>
            <a:lvl6pPr algn="l">
              <a:defRPr sz="1500" b="1">
                <a:solidFill>
                  <a:srgbClr val="102A2A"/>
                </a:solidFill>
              </a:defRPr>
            </a:lvl6pPr>
            <a:lvl7pPr algn="l">
              <a:defRPr sz="1500" b="1">
                <a:solidFill>
                  <a:srgbClr val="102A2A"/>
                </a:solidFill>
              </a:defRPr>
            </a:lvl7pPr>
            <a:lvl8pPr algn="l">
              <a:defRPr sz="1500" b="1">
                <a:solidFill>
                  <a:srgbClr val="102A2A"/>
                </a:solidFill>
              </a:defRPr>
            </a:lvl8pPr>
            <a:lvl9pPr algn="l">
              <a:defRPr sz="150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A2A"/>
                </a:solidFill>
              </a:defRPr>
            </a:pPr>
            <a:r>
              <a:rPr sz="1500" b="1">
                <a:solidFill>
                  <a:srgbClr val="102A2A"/>
                </a:solidFill>
              </a:rPr>
              <a:t>The apparent F1 improvement did not represent a useful decision rule.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9C377F-F546-4140-8C4D-2D5FBAD2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04950"/>
            <a:ext cx="5295900" cy="333375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DFF3EC"/>
          </a:solidFill>
          <a:ln xmlns:a="http://schemas.openxmlformats.org/drawingml/2006/main" w="9525">
            <a:solidFill>
              <a:srgbClr val="DFF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C5C17C-527C-4B1F-968F-B9FC43A3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526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0D6B5E"/>
                </a:solidFill>
              </a:defRPr>
            </a:defPPr>
            <a:lvl1pPr algn="l">
              <a:defRPr sz="1650" b="1">
                <a:solidFill>
                  <a:srgbClr val="0D6B5E"/>
                </a:solidFill>
              </a:defRPr>
            </a:lvl1pPr>
            <a:lvl2pPr algn="l">
              <a:defRPr sz="1650" b="1">
                <a:solidFill>
                  <a:srgbClr val="0D6B5E"/>
                </a:solidFill>
              </a:defRPr>
            </a:lvl2pPr>
            <a:lvl3pPr algn="l">
              <a:defRPr sz="1650" b="1">
                <a:solidFill>
                  <a:srgbClr val="0D6B5E"/>
                </a:solidFill>
              </a:defRPr>
            </a:lvl3pPr>
            <a:lvl4pPr algn="l">
              <a:defRPr sz="1650" b="1">
                <a:solidFill>
                  <a:srgbClr val="0D6B5E"/>
                </a:solidFill>
              </a:defRPr>
            </a:lvl4pPr>
            <a:lvl5pPr algn="l">
              <a:defRPr sz="1650" b="1">
                <a:solidFill>
                  <a:srgbClr val="0D6B5E"/>
                </a:solidFill>
              </a:defRPr>
            </a:lvl5pPr>
            <a:lvl6pPr algn="l">
              <a:defRPr sz="1650" b="1">
                <a:solidFill>
                  <a:srgbClr val="0D6B5E"/>
                </a:solidFill>
              </a:defRPr>
            </a:lvl6pPr>
            <a:lvl7pPr algn="l">
              <a:defRPr sz="1650" b="1">
                <a:solidFill>
                  <a:srgbClr val="0D6B5E"/>
                </a:solidFill>
              </a:defRPr>
            </a:lvl7pPr>
            <a:lvl8pPr algn="l">
              <a:defRPr sz="1650" b="1">
                <a:solidFill>
                  <a:srgbClr val="0D6B5E"/>
                </a:solidFill>
              </a:defRPr>
            </a:lvl8pPr>
            <a:lvl9pPr algn="l">
              <a:defRPr sz="16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D6B5E"/>
                </a:solidFill>
              </a:defRPr>
            </a:pPr>
            <a:r>
              <a:rPr sz="1650" b="1">
                <a:solidFill>
                  <a:srgbClr val="0D6B5E"/>
                </a:solidFill>
              </a:rPr>
              <a:t>Accepted spatial baseline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32BAB3-4BE4-4EB3-A5BD-2DBD0939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0D6B5E"/>
                </a:solidFill>
              </a:defRPr>
            </a:defPPr>
            <a:lvl1pPr algn="l">
              <a:defRPr sz="2625" b="1">
                <a:solidFill>
                  <a:srgbClr val="0D6B5E"/>
                </a:solidFill>
              </a:defRPr>
            </a:lvl1pPr>
            <a:lvl2pPr algn="l">
              <a:defRPr sz="2625" b="1">
                <a:solidFill>
                  <a:srgbClr val="0D6B5E"/>
                </a:solidFill>
              </a:defRPr>
            </a:lvl2pPr>
            <a:lvl3pPr algn="l">
              <a:defRPr sz="2625" b="1">
                <a:solidFill>
                  <a:srgbClr val="0D6B5E"/>
                </a:solidFill>
              </a:defRPr>
            </a:lvl3pPr>
            <a:lvl4pPr algn="l">
              <a:defRPr sz="2625" b="1">
                <a:solidFill>
                  <a:srgbClr val="0D6B5E"/>
                </a:solidFill>
              </a:defRPr>
            </a:lvl4pPr>
            <a:lvl5pPr algn="l">
              <a:defRPr sz="2625" b="1">
                <a:solidFill>
                  <a:srgbClr val="0D6B5E"/>
                </a:solidFill>
              </a:defRPr>
            </a:lvl5pPr>
            <a:lvl6pPr algn="l">
              <a:defRPr sz="2625" b="1">
                <a:solidFill>
                  <a:srgbClr val="0D6B5E"/>
                </a:solidFill>
              </a:defRPr>
            </a:lvl6pPr>
            <a:lvl7pPr algn="l">
              <a:defRPr sz="2625" b="1">
                <a:solidFill>
                  <a:srgbClr val="0D6B5E"/>
                </a:solidFill>
              </a:defRPr>
            </a:lvl7pPr>
            <a:lvl8pPr algn="l">
              <a:defRPr sz="2625" b="1">
                <a:solidFill>
                  <a:srgbClr val="0D6B5E"/>
                </a:solidFill>
              </a:defRPr>
            </a:lvl8pPr>
            <a:lvl9pPr algn="l">
              <a:defRPr sz="26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D6B5E"/>
                </a:solidFill>
              </a:defRPr>
            </a:pPr>
            <a:r>
              <a:rPr sz="2625" b="1">
                <a:solidFill>
                  <a:srgbClr val="0D6B5E"/>
                </a:solidFill>
              </a:rPr>
              <a:t>0.667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81C119-E90D-4522-AD32-D8A043CE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6225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held-out F1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1607D5-35E9-4E66-8931-81AF4CDE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241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0D6B5E"/>
                </a:solidFill>
              </a:defRPr>
            </a:defPPr>
            <a:lvl1pPr algn="l">
              <a:defRPr sz="2625" b="1">
                <a:solidFill>
                  <a:srgbClr val="0D6B5E"/>
                </a:solidFill>
              </a:defRPr>
            </a:lvl1pPr>
            <a:lvl2pPr algn="l">
              <a:defRPr sz="2625" b="1">
                <a:solidFill>
                  <a:srgbClr val="0D6B5E"/>
                </a:solidFill>
              </a:defRPr>
            </a:lvl2pPr>
            <a:lvl3pPr algn="l">
              <a:defRPr sz="2625" b="1">
                <a:solidFill>
                  <a:srgbClr val="0D6B5E"/>
                </a:solidFill>
              </a:defRPr>
            </a:lvl3pPr>
            <a:lvl4pPr algn="l">
              <a:defRPr sz="2625" b="1">
                <a:solidFill>
                  <a:srgbClr val="0D6B5E"/>
                </a:solidFill>
              </a:defRPr>
            </a:lvl4pPr>
            <a:lvl5pPr algn="l">
              <a:defRPr sz="2625" b="1">
                <a:solidFill>
                  <a:srgbClr val="0D6B5E"/>
                </a:solidFill>
              </a:defRPr>
            </a:lvl5pPr>
            <a:lvl6pPr algn="l">
              <a:defRPr sz="2625" b="1">
                <a:solidFill>
                  <a:srgbClr val="0D6B5E"/>
                </a:solidFill>
              </a:defRPr>
            </a:lvl6pPr>
            <a:lvl7pPr algn="l">
              <a:defRPr sz="2625" b="1">
                <a:solidFill>
                  <a:srgbClr val="0D6B5E"/>
                </a:solidFill>
              </a:defRPr>
            </a:lvl7pPr>
            <a:lvl8pPr algn="l">
              <a:defRPr sz="2625" b="1">
                <a:solidFill>
                  <a:srgbClr val="0D6B5E"/>
                </a:solidFill>
              </a:defRPr>
            </a:lvl8pPr>
            <a:lvl9pPr algn="l">
              <a:defRPr sz="26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D6B5E"/>
                </a:solidFill>
              </a:defRPr>
            </a:pPr>
            <a:r>
              <a:rPr sz="2625" b="1">
                <a:solidFill>
                  <a:srgbClr val="0D6B5E"/>
                </a:solidFill>
              </a:rPr>
              <a:t>0.864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A5E0C0-3B13-4138-913D-5E8BC9BE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622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precision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520896-9C54-485A-9156-C7FF7FA5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457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02A2A"/>
                </a:solidFill>
              </a:defRPr>
            </a:defPPr>
            <a:lvl1pPr algn="l">
              <a:defRPr sz="1500" b="1">
                <a:solidFill>
                  <a:srgbClr val="102A2A"/>
                </a:solidFill>
              </a:defRPr>
            </a:lvl1pPr>
            <a:lvl2pPr algn="l">
              <a:defRPr sz="1500" b="1">
                <a:solidFill>
                  <a:srgbClr val="102A2A"/>
                </a:solidFill>
              </a:defRPr>
            </a:lvl2pPr>
            <a:lvl3pPr algn="l">
              <a:defRPr sz="1500" b="1">
                <a:solidFill>
                  <a:srgbClr val="102A2A"/>
                </a:solidFill>
              </a:defRPr>
            </a:lvl3pPr>
            <a:lvl4pPr algn="l">
              <a:defRPr sz="1500" b="1">
                <a:solidFill>
                  <a:srgbClr val="102A2A"/>
                </a:solidFill>
              </a:defRPr>
            </a:lvl4pPr>
            <a:lvl5pPr algn="l">
              <a:defRPr sz="1500" b="1">
                <a:solidFill>
                  <a:srgbClr val="102A2A"/>
                </a:solidFill>
              </a:defRPr>
            </a:lvl5pPr>
            <a:lvl6pPr algn="l">
              <a:defRPr sz="1500" b="1">
                <a:solidFill>
                  <a:srgbClr val="102A2A"/>
                </a:solidFill>
              </a:defRPr>
            </a:lvl6pPr>
            <a:lvl7pPr algn="l">
              <a:defRPr sz="1500" b="1">
                <a:solidFill>
                  <a:srgbClr val="102A2A"/>
                </a:solidFill>
              </a:defRPr>
            </a:lvl7pPr>
            <a:lvl8pPr algn="l">
              <a:defRPr sz="1500" b="1">
                <a:solidFill>
                  <a:srgbClr val="102A2A"/>
                </a:solidFill>
              </a:defRPr>
            </a:lvl8pPr>
            <a:lvl9pPr algn="l">
              <a:defRPr sz="150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A2A"/>
                </a:solidFill>
              </a:defRPr>
            </a:pPr>
            <a:r>
              <a:rPr sz="1500" b="1">
                <a:solidFill>
                  <a:srgbClr val="102A2A"/>
                </a:solidFill>
              </a:rPr>
              <a:t>It preserves positive and negative decisions, with PR-AUC 0.871 and ROC-AUC 0.909.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3C099D-E382-433C-BAC2-14D79B1A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72100"/>
            <a:ext cx="1089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0D6B5E"/>
                </a:solidFill>
              </a:defRPr>
            </a:defPPr>
            <a:lvl1pPr algn="ctr">
              <a:defRPr sz="1575" b="1">
                <a:solidFill>
                  <a:srgbClr val="0D6B5E"/>
                </a:solidFill>
              </a:defRPr>
            </a:lvl1pPr>
            <a:lvl2pPr algn="ctr">
              <a:defRPr sz="1575" b="1">
                <a:solidFill>
                  <a:srgbClr val="0D6B5E"/>
                </a:solidFill>
              </a:defRPr>
            </a:lvl2pPr>
            <a:lvl3pPr algn="ctr">
              <a:defRPr sz="1575" b="1">
                <a:solidFill>
                  <a:srgbClr val="0D6B5E"/>
                </a:solidFill>
              </a:defRPr>
            </a:lvl3pPr>
            <a:lvl4pPr algn="ctr">
              <a:defRPr sz="1575" b="1">
                <a:solidFill>
                  <a:srgbClr val="0D6B5E"/>
                </a:solidFill>
              </a:defRPr>
            </a:lvl4pPr>
            <a:lvl5pPr algn="ctr">
              <a:defRPr sz="1575" b="1">
                <a:solidFill>
                  <a:srgbClr val="0D6B5E"/>
                </a:solidFill>
              </a:defRPr>
            </a:lvl5pPr>
            <a:lvl6pPr algn="ctr">
              <a:defRPr sz="1575" b="1">
                <a:solidFill>
                  <a:srgbClr val="0D6B5E"/>
                </a:solidFill>
              </a:defRPr>
            </a:lvl6pPr>
            <a:lvl7pPr algn="ctr">
              <a:defRPr sz="1575" b="1">
                <a:solidFill>
                  <a:srgbClr val="0D6B5E"/>
                </a:solidFill>
              </a:defRPr>
            </a:lvl7pPr>
            <a:lvl8pPr algn="ctr">
              <a:defRPr sz="1575" b="1">
                <a:solidFill>
                  <a:srgbClr val="0D6B5E"/>
                </a:solidFill>
              </a:defRPr>
            </a:lvl8pPr>
            <a:lvl9pPr algn="ctr">
              <a:defRPr sz="157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0D6B5E"/>
                </a:solidFill>
              </a:defRPr>
            </a:pPr>
            <a:r>
              <a:rPr sz="1575" b="1">
                <a:solidFill>
                  <a:srgbClr val="0D6B5E"/>
                </a:solidFill>
              </a:rPr>
              <a:t>Model selection uses the confusion pattern and threshold-independent metrics, not F1 alone.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CAACF2-D632-4DB7-B029-3A6F097A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1EF012-DB95-4772-9DD0-4887D933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32952137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63E1E7-C3AF-41C2-8B3D-6B9AB80D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18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864FF-7CC1-480E-8A50-F64F7F6B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Final deliverables produced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193581-AB31-4333-8D13-19139329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The project now includes a resident application, a research laboratory, verified local data, trained models, and reproducible documentation.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BAC30D-B54F-4642-8456-2CF8EAE7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802CE4-964F-417A-99A4-26D14C3A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3429000" cy="2209800"/>
          </a:xfrm>
          <a:prstGeom xmlns:a="http://schemas.openxmlformats.org/drawingml/2006/main" prst="roundRect">
            <a:avLst>
              <a:gd name="adj" fmla="val 7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C3FA71-3ED1-4085-A192-4A783733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762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0C044A-739B-439B-94A5-31154FC7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Resident web application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4E5EBE-E429-4FA6-B69F-6290D891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30289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Guided map workflow, 1/2/5 km assessment circles, asynchronous job progress, factor cards, source disclosures, comparison snapshots, and print output.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8B8C67-4FA4-43F1-8B2A-B7440835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28750"/>
            <a:ext cx="3429000" cy="2209800"/>
          </a:xfrm>
          <a:prstGeom xmlns:a="http://schemas.openxmlformats.org/drawingml/2006/main" prst="roundRect">
            <a:avLst>
              <a:gd name="adj" fmla="val 7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FF5C5E-D8E8-4FE2-AD0E-BA0A007A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28750"/>
            <a:ext cx="762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6CF"/>
          </a:solidFill>
          <a:ln xmlns:a="http://schemas.openxmlformats.org/drawingml/2006/main" w="0">
            <a:solidFill>
              <a:srgbClr val="26B6C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FC0C73-E57C-4D5F-A922-ADBDFB30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56210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Historical Event Lab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2F8801-955A-461D-BD22-B2C1737E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62150"/>
            <a:ext cx="30289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Held-out event and chip selection, synchronized radar/label/prediction panels, model switching, zoom, opacity, failure sorting, run provenance, and experiment history.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4A04E0-B7F4-4F85-A2DC-82A9D080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28750"/>
            <a:ext cx="3429000" cy="2209800"/>
          </a:xfrm>
          <a:prstGeom xmlns:a="http://schemas.openxmlformats.org/drawingml/2006/main" prst="roundRect">
            <a:avLst>
              <a:gd name="adj" fmla="val 7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5D21BD-5D45-48FF-B877-1D889A62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28750"/>
            <a:ext cx="762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7BC1"/>
          </a:solidFill>
          <a:ln xmlns:a="http://schemas.openxmlformats.org/drawingml/2006/main" w="0">
            <a:solidFill>
              <a:srgbClr val="407BC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9D9C67-E4E7-4078-95B0-9C8A880A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56210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Model and data artifacts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B5C105-0B88-41E6-AB76-0E287D70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62150"/>
            <a:ext cx="30289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Accepted classification and segmentation runs, frozen thresholds, predictions, metrics, event split, local dataset registry, and provenance-aware imports.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CC6F26-EC59-4E42-A402-8C76B875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34290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B302F4-2F4C-44A3-8626-BC6ACF08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8FAE86-335B-42B5-9443-5C5D67CD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Deployment package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364221-3C58-4946-823B-2B090610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028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Docker Compose runs the app, worker, and PostGIS database. The same app serves the resident site and /research/ viewer.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56DBAF-7031-40F8-B348-09B14799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34290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3B5C58-F25A-43F7-AF89-4C418203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6CF"/>
          </a:solidFill>
          <a:ln xmlns:a="http://schemas.openxmlformats.org/drawingml/2006/main" w="0">
            <a:solidFill>
              <a:srgbClr val="26B6C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8AE626-897B-4C4C-8070-81D471BC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3385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Project 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37A60C-E085-4055-8B58-ECD2EECF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33900"/>
            <a:ext cx="3028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Technical README files, method notes, source inventory, reproducible run instructions, screenshots, and this final presentation.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DF217B-45D1-4FCC-BE24-1EDCB326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00500"/>
            <a:ext cx="34290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1BF379-AD98-4EA1-823B-FC951C87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005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1"/>
          </a:solidFill>
          <a:ln xmlns:a="http://schemas.openxmlformats.org/drawingml/2006/main" w="0">
            <a:solidFill>
              <a:srgbClr val="E86F5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D2F03E-4CEB-4811-89BD-611D725A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3385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Safety boundary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F8EF09-2141-4579-AEE5-5C9E48CA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33900"/>
            <a:ext cx="3028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Unavailable data stays unavailable. Research output remains outside the resident assessment and carries no warning or property-risk claim.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05A88A-1CF9-4044-BF47-A5526D63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01514C-747C-4DF5-B16F-410746EA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79696563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8DD77E-DCFA-4389-A4AF-AE96772F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19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32E69B-B463-4872-9AA5-5A74AFCD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Final result: what a user receives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FFE1F4-DDE2-4409-AB54-896CA6B7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A completed assessment turns multiple technical data sources into a short, understandable neighbourhood summary.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BF12CD-C543-4497-B687-861CF10D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FC318D-EC59-4750-B893-0232B577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108966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5F7F3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681569-753E-4A94-B349-2523DDB7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335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5005AE-68BE-4CEF-84FB-02F5A3B7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335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</a:defRPr>
            </a:defPPr>
            <a:lvl1pPr algn="ctr">
              <a:defRPr sz="1125" b="1">
                <a:solidFill>
                  <a:srgbClr val="FFFFFF"/>
                </a:solidFill>
              </a:defRPr>
            </a:lvl1pPr>
            <a:lvl2pPr algn="ctr">
              <a:defRPr sz="1125" b="1">
                <a:solidFill>
                  <a:srgbClr val="FFFFFF"/>
                </a:solidFill>
              </a:defRPr>
            </a:lvl2pPr>
            <a:lvl3pPr algn="ctr">
              <a:defRPr sz="1125" b="1">
                <a:solidFill>
                  <a:srgbClr val="FFFFFF"/>
                </a:solidFill>
              </a:defRPr>
            </a:lvl3pPr>
            <a:lvl4pPr algn="ctr">
              <a:defRPr sz="1125" b="1">
                <a:solidFill>
                  <a:srgbClr val="FFFFFF"/>
                </a:solidFill>
              </a:defRPr>
            </a:lvl4pPr>
            <a:lvl5pPr algn="ctr">
              <a:defRPr sz="1125" b="1">
                <a:solidFill>
                  <a:srgbClr val="FFFFFF"/>
                </a:solidFill>
              </a:defRPr>
            </a:lvl5pPr>
            <a:lvl6pPr algn="ctr">
              <a:defRPr sz="1125" b="1">
                <a:solidFill>
                  <a:srgbClr val="FFFFFF"/>
                </a:solidFill>
              </a:defRPr>
            </a:lvl6pPr>
            <a:lvl7pPr algn="ctr">
              <a:defRPr sz="1125" b="1">
                <a:solidFill>
                  <a:srgbClr val="FFFFFF"/>
                </a:solidFill>
              </a:defRPr>
            </a:lvl7pPr>
            <a:lvl8pPr algn="ctr">
              <a:defRPr sz="1125" b="1">
                <a:solidFill>
                  <a:srgbClr val="FFFFFF"/>
                </a:solidFill>
              </a:defRPr>
            </a:lvl8pPr>
            <a:lvl9pPr algn="ctr">
              <a:defRPr sz="1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7F9B73-9B9F-4091-963E-106B21A2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47637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2A"/>
                </a:solidFill>
              </a:defRPr>
            </a:defPPr>
            <a:lvl1pPr algn="l">
              <a:defRPr sz="1275" b="1">
                <a:solidFill>
                  <a:srgbClr val="102A2A"/>
                </a:solidFill>
              </a:defRPr>
            </a:lvl1pPr>
            <a:lvl2pPr algn="l">
              <a:defRPr sz="1275" b="1">
                <a:solidFill>
                  <a:srgbClr val="102A2A"/>
                </a:solidFill>
              </a:defRPr>
            </a:lvl2pPr>
            <a:lvl3pPr algn="l">
              <a:defRPr sz="1275" b="1">
                <a:solidFill>
                  <a:srgbClr val="102A2A"/>
                </a:solidFill>
              </a:defRPr>
            </a:lvl3pPr>
            <a:lvl4pPr algn="l">
              <a:defRPr sz="1275" b="1">
                <a:solidFill>
                  <a:srgbClr val="102A2A"/>
                </a:solidFill>
              </a:defRPr>
            </a:lvl4pPr>
            <a:lvl5pPr algn="l">
              <a:defRPr sz="1275" b="1">
                <a:solidFill>
                  <a:srgbClr val="102A2A"/>
                </a:solidFill>
              </a:defRPr>
            </a:lvl5pPr>
            <a:lvl6pPr algn="l">
              <a:defRPr sz="1275" b="1">
                <a:solidFill>
                  <a:srgbClr val="102A2A"/>
                </a:solidFill>
              </a:defRPr>
            </a:lvl6pPr>
            <a:lvl7pPr algn="l">
              <a:defRPr sz="1275" b="1">
                <a:solidFill>
                  <a:srgbClr val="102A2A"/>
                </a:solidFill>
              </a:defRPr>
            </a:lvl7pPr>
            <a:lvl8pPr algn="l">
              <a:defRPr sz="1275" b="1">
                <a:solidFill>
                  <a:srgbClr val="102A2A"/>
                </a:solidFill>
              </a:defRPr>
            </a:lvl8pPr>
            <a:lvl9pPr algn="l">
              <a:defRPr sz="127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2A"/>
                </a:solidFill>
              </a:defRPr>
            </a:pPr>
            <a:r>
              <a:rPr sz="1275" b="1">
                <a:solidFill>
                  <a:srgbClr val="102A2A"/>
                </a:solidFill>
              </a:rPr>
              <a:t>Location and area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E95918-6538-458B-83CE-A4F5E012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6685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Selected map point, exact coordinates when expanded, and the chosen 1 km, 2 km, or 5 km circle.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CA41C9-36AC-4C84-B1DC-38408FAD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108966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32322C-18A6-4F9A-A642-E593CAB6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9805E9-2FDE-4426-9E4A-E85B68D0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</a:defRPr>
            </a:defPPr>
            <a:lvl1pPr algn="ctr">
              <a:defRPr sz="1125" b="1">
                <a:solidFill>
                  <a:srgbClr val="FFFFFF"/>
                </a:solidFill>
              </a:defRPr>
            </a:lvl1pPr>
            <a:lvl2pPr algn="ctr">
              <a:defRPr sz="1125" b="1">
                <a:solidFill>
                  <a:srgbClr val="FFFFFF"/>
                </a:solidFill>
              </a:defRPr>
            </a:lvl2pPr>
            <a:lvl3pPr algn="ctr">
              <a:defRPr sz="1125" b="1">
                <a:solidFill>
                  <a:srgbClr val="FFFFFF"/>
                </a:solidFill>
              </a:defRPr>
            </a:lvl3pPr>
            <a:lvl4pPr algn="ctr">
              <a:defRPr sz="1125" b="1">
                <a:solidFill>
                  <a:srgbClr val="FFFFFF"/>
                </a:solidFill>
              </a:defRPr>
            </a:lvl4pPr>
            <a:lvl5pPr algn="ctr">
              <a:defRPr sz="1125" b="1">
                <a:solidFill>
                  <a:srgbClr val="FFFFFF"/>
                </a:solidFill>
              </a:defRPr>
            </a:lvl5pPr>
            <a:lvl6pPr algn="ctr">
              <a:defRPr sz="1125" b="1">
                <a:solidFill>
                  <a:srgbClr val="FFFFFF"/>
                </a:solidFill>
              </a:defRPr>
            </a:lvl6pPr>
            <a:lvl7pPr algn="ctr">
              <a:defRPr sz="1125" b="1">
                <a:solidFill>
                  <a:srgbClr val="FFFFFF"/>
                </a:solidFill>
              </a:defRPr>
            </a:lvl7pPr>
            <a:lvl8pPr algn="ctr">
              <a:defRPr sz="1125" b="1">
                <a:solidFill>
                  <a:srgbClr val="FFFFFF"/>
                </a:solidFill>
              </a:defRPr>
            </a:lvl8pPr>
            <a:lvl9pPr algn="ctr">
              <a:defRPr sz="1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DAABD6-2FEB-4526-8422-8C32F0BE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5267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2A"/>
                </a:solidFill>
              </a:defRPr>
            </a:defPPr>
            <a:lvl1pPr algn="l">
              <a:defRPr sz="1275" b="1">
                <a:solidFill>
                  <a:srgbClr val="102A2A"/>
                </a:solidFill>
              </a:defRPr>
            </a:lvl1pPr>
            <a:lvl2pPr algn="l">
              <a:defRPr sz="1275" b="1">
                <a:solidFill>
                  <a:srgbClr val="102A2A"/>
                </a:solidFill>
              </a:defRPr>
            </a:lvl2pPr>
            <a:lvl3pPr algn="l">
              <a:defRPr sz="1275" b="1">
                <a:solidFill>
                  <a:srgbClr val="102A2A"/>
                </a:solidFill>
              </a:defRPr>
            </a:lvl3pPr>
            <a:lvl4pPr algn="l">
              <a:defRPr sz="1275" b="1">
                <a:solidFill>
                  <a:srgbClr val="102A2A"/>
                </a:solidFill>
              </a:defRPr>
            </a:lvl4pPr>
            <a:lvl5pPr algn="l">
              <a:defRPr sz="1275" b="1">
                <a:solidFill>
                  <a:srgbClr val="102A2A"/>
                </a:solidFill>
              </a:defRPr>
            </a:lvl5pPr>
            <a:lvl6pPr algn="l">
              <a:defRPr sz="1275" b="1">
                <a:solidFill>
                  <a:srgbClr val="102A2A"/>
                </a:solidFill>
              </a:defRPr>
            </a:lvl6pPr>
            <a:lvl7pPr algn="l">
              <a:defRPr sz="1275" b="1">
                <a:solidFill>
                  <a:srgbClr val="102A2A"/>
                </a:solidFill>
              </a:defRPr>
            </a:lvl7pPr>
            <a:lvl8pPr algn="l">
              <a:defRPr sz="1275" b="1">
                <a:solidFill>
                  <a:srgbClr val="102A2A"/>
                </a:solidFill>
              </a:defRPr>
            </a:lvl8pPr>
            <a:lvl9pPr algn="l">
              <a:defRPr sz="127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2A"/>
                </a:solidFill>
              </a:defRPr>
            </a:pPr>
            <a:r>
              <a:rPr sz="1275" b="1">
                <a:solidFill>
                  <a:srgbClr val="102A2A"/>
                </a:solidFill>
              </a:rPr>
              <a:t>Land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1D5941-D109-495E-9F2B-CBDFA87D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4315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Relative terrain susceptibility, factor explanation, coverage ratio, and a clear statement that the score is not flood probability.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7FA283-9090-435E-9838-7161E9BF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108966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5F7F3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55D498-A2DC-4E09-A7F3-52AD1D49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3A4541-0852-4AB1-9575-F7C53667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</a:defRPr>
            </a:defPPr>
            <a:lvl1pPr algn="ctr">
              <a:defRPr sz="1125" b="1">
                <a:solidFill>
                  <a:srgbClr val="FFFFFF"/>
                </a:solidFill>
              </a:defRPr>
            </a:lvl1pPr>
            <a:lvl2pPr algn="ctr">
              <a:defRPr sz="1125" b="1">
                <a:solidFill>
                  <a:srgbClr val="FFFFFF"/>
                </a:solidFill>
              </a:defRPr>
            </a:lvl2pPr>
            <a:lvl3pPr algn="ctr">
              <a:defRPr sz="1125" b="1">
                <a:solidFill>
                  <a:srgbClr val="FFFFFF"/>
                </a:solidFill>
              </a:defRPr>
            </a:lvl3pPr>
            <a:lvl4pPr algn="ctr">
              <a:defRPr sz="1125" b="1">
                <a:solidFill>
                  <a:srgbClr val="FFFFFF"/>
                </a:solidFill>
              </a:defRPr>
            </a:lvl4pPr>
            <a:lvl5pPr algn="ctr">
              <a:defRPr sz="1125" b="1">
                <a:solidFill>
                  <a:srgbClr val="FFFFFF"/>
                </a:solidFill>
              </a:defRPr>
            </a:lvl5pPr>
            <a:lvl6pPr algn="ctr">
              <a:defRPr sz="1125" b="1">
                <a:solidFill>
                  <a:srgbClr val="FFFFFF"/>
                </a:solidFill>
              </a:defRPr>
            </a:lvl6pPr>
            <a:lvl7pPr algn="ctr">
              <a:defRPr sz="1125" b="1">
                <a:solidFill>
                  <a:srgbClr val="FFFFFF"/>
                </a:solidFill>
              </a:defRPr>
            </a:lvl7pPr>
            <a:lvl8pPr algn="ctr">
              <a:defRPr sz="1125" b="1">
                <a:solidFill>
                  <a:srgbClr val="FFFFFF"/>
                </a:solidFill>
              </a:defRPr>
            </a:lvl8pPr>
            <a:lvl9pPr algn="ctr">
              <a:defRPr sz="1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59E96C-5B52-4303-800E-B5FCE970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2897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2A"/>
                </a:solidFill>
              </a:defRPr>
            </a:defPPr>
            <a:lvl1pPr algn="l">
              <a:defRPr sz="1275" b="1">
                <a:solidFill>
                  <a:srgbClr val="102A2A"/>
                </a:solidFill>
              </a:defRPr>
            </a:lvl1pPr>
            <a:lvl2pPr algn="l">
              <a:defRPr sz="1275" b="1">
                <a:solidFill>
                  <a:srgbClr val="102A2A"/>
                </a:solidFill>
              </a:defRPr>
            </a:lvl2pPr>
            <a:lvl3pPr algn="l">
              <a:defRPr sz="1275" b="1">
                <a:solidFill>
                  <a:srgbClr val="102A2A"/>
                </a:solidFill>
              </a:defRPr>
            </a:lvl3pPr>
            <a:lvl4pPr algn="l">
              <a:defRPr sz="1275" b="1">
                <a:solidFill>
                  <a:srgbClr val="102A2A"/>
                </a:solidFill>
              </a:defRPr>
            </a:lvl4pPr>
            <a:lvl5pPr algn="l">
              <a:defRPr sz="1275" b="1">
                <a:solidFill>
                  <a:srgbClr val="102A2A"/>
                </a:solidFill>
              </a:defRPr>
            </a:lvl5pPr>
            <a:lvl6pPr algn="l">
              <a:defRPr sz="1275" b="1">
                <a:solidFill>
                  <a:srgbClr val="102A2A"/>
                </a:solidFill>
              </a:defRPr>
            </a:lvl6pPr>
            <a:lvl7pPr algn="l">
              <a:defRPr sz="1275" b="1">
                <a:solidFill>
                  <a:srgbClr val="102A2A"/>
                </a:solidFill>
              </a:defRPr>
            </a:lvl7pPr>
            <a:lvl8pPr algn="l">
              <a:defRPr sz="1275" b="1">
                <a:solidFill>
                  <a:srgbClr val="102A2A"/>
                </a:solidFill>
              </a:defRPr>
            </a:lvl8pPr>
            <a:lvl9pPr algn="l">
              <a:defRPr sz="127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2A"/>
                </a:solidFill>
              </a:defRPr>
            </a:pPr>
            <a:r>
              <a:rPr sz="1275" b="1">
                <a:solidFill>
                  <a:srgbClr val="102A2A"/>
                </a:solidFill>
              </a:rPr>
              <a:t>Rainfall context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806419-3D6A-49F5-BD2A-1A538724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1945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Provider, forecast window, total rainfall, intensity context, and an unavailable state if the provider cannot return data.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A61B30-79BA-44AE-9984-D0253735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9550"/>
            <a:ext cx="108966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480426-C962-4811-81DE-51B5A6C3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624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283E02-B0FA-41A6-A1C4-6F42C1DB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624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</a:defRPr>
            </a:defPPr>
            <a:lvl1pPr algn="ctr">
              <a:defRPr sz="1125" b="1">
                <a:solidFill>
                  <a:srgbClr val="FFFFFF"/>
                </a:solidFill>
              </a:defRPr>
            </a:lvl1pPr>
            <a:lvl2pPr algn="ctr">
              <a:defRPr sz="1125" b="1">
                <a:solidFill>
                  <a:srgbClr val="FFFFFF"/>
                </a:solidFill>
              </a:defRPr>
            </a:lvl2pPr>
            <a:lvl3pPr algn="ctr">
              <a:defRPr sz="1125" b="1">
                <a:solidFill>
                  <a:srgbClr val="FFFFFF"/>
                </a:solidFill>
              </a:defRPr>
            </a:lvl3pPr>
            <a:lvl4pPr algn="ctr">
              <a:defRPr sz="1125" b="1">
                <a:solidFill>
                  <a:srgbClr val="FFFFFF"/>
                </a:solidFill>
              </a:defRPr>
            </a:lvl4pPr>
            <a:lvl5pPr algn="ctr">
              <a:defRPr sz="1125" b="1">
                <a:solidFill>
                  <a:srgbClr val="FFFFFF"/>
                </a:solidFill>
              </a:defRPr>
            </a:lvl5pPr>
            <a:lvl6pPr algn="ctr">
              <a:defRPr sz="1125" b="1">
                <a:solidFill>
                  <a:srgbClr val="FFFFFF"/>
                </a:solidFill>
              </a:defRPr>
            </a:lvl6pPr>
            <a:lvl7pPr algn="ctr">
              <a:defRPr sz="1125" b="1">
                <a:solidFill>
                  <a:srgbClr val="FFFFFF"/>
                </a:solidFill>
              </a:defRPr>
            </a:lvl7pPr>
            <a:lvl8pPr algn="ctr">
              <a:defRPr sz="1125" b="1">
                <a:solidFill>
                  <a:srgbClr val="FFFFFF"/>
                </a:solidFill>
              </a:defRPr>
            </a:lvl8pPr>
            <a:lvl9pPr algn="ctr">
              <a:defRPr sz="1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F45488-0835-420C-AB6C-CFBDFE34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0527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2A"/>
                </a:solidFill>
              </a:defRPr>
            </a:defPPr>
            <a:lvl1pPr algn="l">
              <a:defRPr sz="1275" b="1">
                <a:solidFill>
                  <a:srgbClr val="102A2A"/>
                </a:solidFill>
              </a:defRPr>
            </a:lvl1pPr>
            <a:lvl2pPr algn="l">
              <a:defRPr sz="1275" b="1">
                <a:solidFill>
                  <a:srgbClr val="102A2A"/>
                </a:solidFill>
              </a:defRPr>
            </a:lvl2pPr>
            <a:lvl3pPr algn="l">
              <a:defRPr sz="1275" b="1">
                <a:solidFill>
                  <a:srgbClr val="102A2A"/>
                </a:solidFill>
              </a:defRPr>
            </a:lvl3pPr>
            <a:lvl4pPr algn="l">
              <a:defRPr sz="1275" b="1">
                <a:solidFill>
                  <a:srgbClr val="102A2A"/>
                </a:solidFill>
              </a:defRPr>
            </a:lvl4pPr>
            <a:lvl5pPr algn="l">
              <a:defRPr sz="1275" b="1">
                <a:solidFill>
                  <a:srgbClr val="102A2A"/>
                </a:solidFill>
              </a:defRPr>
            </a:lvl5pPr>
            <a:lvl6pPr algn="l">
              <a:defRPr sz="1275" b="1">
                <a:solidFill>
                  <a:srgbClr val="102A2A"/>
                </a:solidFill>
              </a:defRPr>
            </a:lvl6pPr>
            <a:lvl7pPr algn="l">
              <a:defRPr sz="1275" b="1">
                <a:solidFill>
                  <a:srgbClr val="102A2A"/>
                </a:solidFill>
              </a:defRPr>
            </a:lvl7pPr>
            <a:lvl8pPr algn="l">
              <a:defRPr sz="1275" b="1">
                <a:solidFill>
                  <a:srgbClr val="102A2A"/>
                </a:solidFill>
              </a:defRPr>
            </a:lvl8pPr>
            <a:lvl9pPr algn="l">
              <a:defRPr sz="127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2A"/>
                </a:solidFill>
              </a:defRPr>
            </a:pPr>
            <a:r>
              <a:rPr sz="1275" b="1">
                <a:solidFill>
                  <a:srgbClr val="102A2A"/>
                </a:solidFill>
              </a:rPr>
              <a:t>River and basin context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4D3481-D05B-456C-8286-A64F546B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9575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Containing basin, upstream context, nearest mapped river distance, and wording that prevents property-level interpretation.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FEA9C0-2273-4C48-98BC-FD976DED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95850"/>
            <a:ext cx="108966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5F7F3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E07F04-BAB8-4A14-A5F1-1FB07A58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387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1"/>
          </a:solidFill>
          <a:ln xmlns:a="http://schemas.openxmlformats.org/drawingml/2006/main" w="9525">
            <a:solidFill>
              <a:srgbClr val="E86F5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D1F46A-FBC2-4E9B-A29D-61E90ACD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38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</a:defRPr>
            </a:defPPr>
            <a:lvl1pPr algn="ctr">
              <a:defRPr sz="1125" b="1">
                <a:solidFill>
                  <a:srgbClr val="FFFFFF"/>
                </a:solidFill>
              </a:defRPr>
            </a:lvl1pPr>
            <a:lvl2pPr algn="ctr">
              <a:defRPr sz="1125" b="1">
                <a:solidFill>
                  <a:srgbClr val="FFFFFF"/>
                </a:solidFill>
              </a:defRPr>
            </a:lvl2pPr>
            <a:lvl3pPr algn="ctr">
              <a:defRPr sz="1125" b="1">
                <a:solidFill>
                  <a:srgbClr val="FFFFFF"/>
                </a:solidFill>
              </a:defRPr>
            </a:lvl3pPr>
            <a:lvl4pPr algn="ctr">
              <a:defRPr sz="1125" b="1">
                <a:solidFill>
                  <a:srgbClr val="FFFFFF"/>
                </a:solidFill>
              </a:defRPr>
            </a:lvl4pPr>
            <a:lvl5pPr algn="ctr">
              <a:defRPr sz="1125" b="1">
                <a:solidFill>
                  <a:srgbClr val="FFFFFF"/>
                </a:solidFill>
              </a:defRPr>
            </a:lvl5pPr>
            <a:lvl6pPr algn="ctr">
              <a:defRPr sz="1125" b="1">
                <a:solidFill>
                  <a:srgbClr val="FFFFFF"/>
                </a:solidFill>
              </a:defRPr>
            </a:lvl6pPr>
            <a:lvl7pPr algn="ctr">
              <a:defRPr sz="1125" b="1">
                <a:solidFill>
                  <a:srgbClr val="FFFFFF"/>
                </a:solidFill>
              </a:defRPr>
            </a:lvl7pPr>
            <a:lvl8pPr algn="ctr">
              <a:defRPr sz="1125" b="1">
                <a:solidFill>
                  <a:srgbClr val="FFFFFF"/>
                </a:solidFill>
              </a:defRPr>
            </a:lvl8pPr>
            <a:lvl9pPr algn="ctr">
              <a:defRPr sz="1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905651-2FF0-4FDD-9C19-A555EB52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8157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2A"/>
                </a:solidFill>
              </a:defRPr>
            </a:defPPr>
            <a:lvl1pPr algn="l">
              <a:defRPr sz="1275" b="1">
                <a:solidFill>
                  <a:srgbClr val="102A2A"/>
                </a:solidFill>
              </a:defRPr>
            </a:lvl1pPr>
            <a:lvl2pPr algn="l">
              <a:defRPr sz="1275" b="1">
                <a:solidFill>
                  <a:srgbClr val="102A2A"/>
                </a:solidFill>
              </a:defRPr>
            </a:lvl2pPr>
            <a:lvl3pPr algn="l">
              <a:defRPr sz="1275" b="1">
                <a:solidFill>
                  <a:srgbClr val="102A2A"/>
                </a:solidFill>
              </a:defRPr>
            </a:lvl3pPr>
            <a:lvl4pPr algn="l">
              <a:defRPr sz="1275" b="1">
                <a:solidFill>
                  <a:srgbClr val="102A2A"/>
                </a:solidFill>
              </a:defRPr>
            </a:lvl4pPr>
            <a:lvl5pPr algn="l">
              <a:defRPr sz="1275" b="1">
                <a:solidFill>
                  <a:srgbClr val="102A2A"/>
                </a:solidFill>
              </a:defRPr>
            </a:lvl5pPr>
            <a:lvl6pPr algn="l">
              <a:defRPr sz="1275" b="1">
                <a:solidFill>
                  <a:srgbClr val="102A2A"/>
                </a:solidFill>
              </a:defRPr>
            </a:lvl6pPr>
            <a:lvl7pPr algn="l">
              <a:defRPr sz="1275" b="1">
                <a:solidFill>
                  <a:srgbClr val="102A2A"/>
                </a:solidFill>
              </a:defRPr>
            </a:lvl7pPr>
            <a:lvl8pPr algn="l">
              <a:defRPr sz="1275" b="1">
                <a:solidFill>
                  <a:srgbClr val="102A2A"/>
                </a:solidFill>
              </a:defRPr>
            </a:lvl8pPr>
            <a:lvl9pPr algn="l">
              <a:defRPr sz="127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2A"/>
                </a:solidFill>
              </a:defRPr>
            </a:pPr>
            <a:r>
              <a:rPr sz="1275" b="1">
                <a:solidFill>
                  <a:srgbClr val="102A2A"/>
                </a:solidFill>
              </a:rPr>
              <a:t>Evidence and provenance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87C574-D2D7-4D8D-B590-BB0EB904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7205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Analysis ID, dataset status, import coverage, source versions, timing, technical JSON, and printable output.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3A2CF7-E640-4BCB-87BC-AEF1F158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43600"/>
            <a:ext cx="1089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0D6B5E"/>
                </a:solidFill>
              </a:defRPr>
            </a:defPPr>
            <a:lvl1pPr algn="ctr">
              <a:defRPr sz="1350" b="1">
                <a:solidFill>
                  <a:srgbClr val="0D6B5E"/>
                </a:solidFill>
              </a:defRPr>
            </a:lvl1pPr>
            <a:lvl2pPr algn="ctr">
              <a:defRPr sz="1350" b="1">
                <a:solidFill>
                  <a:srgbClr val="0D6B5E"/>
                </a:solidFill>
              </a:defRPr>
            </a:lvl2pPr>
            <a:lvl3pPr algn="ctr">
              <a:defRPr sz="1350" b="1">
                <a:solidFill>
                  <a:srgbClr val="0D6B5E"/>
                </a:solidFill>
              </a:defRPr>
            </a:lvl3pPr>
            <a:lvl4pPr algn="ctr">
              <a:defRPr sz="1350" b="1">
                <a:solidFill>
                  <a:srgbClr val="0D6B5E"/>
                </a:solidFill>
              </a:defRPr>
            </a:lvl4pPr>
            <a:lvl5pPr algn="ctr">
              <a:defRPr sz="1350" b="1">
                <a:solidFill>
                  <a:srgbClr val="0D6B5E"/>
                </a:solidFill>
              </a:defRPr>
            </a:lvl5pPr>
            <a:lvl6pPr algn="ctr">
              <a:defRPr sz="1350" b="1">
                <a:solidFill>
                  <a:srgbClr val="0D6B5E"/>
                </a:solidFill>
              </a:defRPr>
            </a:lvl6pPr>
            <a:lvl7pPr algn="ctr">
              <a:defRPr sz="1350" b="1">
                <a:solidFill>
                  <a:srgbClr val="0D6B5E"/>
                </a:solidFill>
              </a:defRPr>
            </a:lvl7pPr>
            <a:lvl8pPr algn="ctr">
              <a:defRPr sz="1350" b="1">
                <a:solidFill>
                  <a:srgbClr val="0D6B5E"/>
                </a:solidFill>
              </a:defRPr>
            </a:lvl8pPr>
            <a:lvl9pPr algn="ctr">
              <a:defRPr sz="13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D6B5E"/>
                </a:solidFill>
              </a:defRPr>
            </a:pPr>
            <a:r>
              <a:rPr sz="1350" b="1">
                <a:solidFill>
                  <a:srgbClr val="0D6B5E"/>
                </a:solidFill>
              </a:rPr>
              <a:t>The final screen starts with the information residents can act on, while detailed evidence stays available for review.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C7C379-033A-471F-94B2-646A54A8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17121D-3C71-49AA-8AF9-0F5872F0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6349357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C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B27E6D-D533-4CEC-BD89-F78614E0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6B6CF"/>
                </a:solidFill>
              </a:defRPr>
            </a:defPPr>
            <a:lvl1pPr algn="l">
              <a:defRPr sz="1050" b="1">
                <a:solidFill>
                  <a:srgbClr val="26B6CF"/>
                </a:solidFill>
              </a:defRPr>
            </a:lvl1pPr>
            <a:lvl2pPr algn="l">
              <a:defRPr sz="1050" b="1">
                <a:solidFill>
                  <a:srgbClr val="26B6CF"/>
                </a:solidFill>
              </a:defRPr>
            </a:lvl2pPr>
            <a:lvl3pPr algn="l">
              <a:defRPr sz="1050" b="1">
                <a:solidFill>
                  <a:srgbClr val="26B6CF"/>
                </a:solidFill>
              </a:defRPr>
            </a:lvl3pPr>
            <a:lvl4pPr algn="l">
              <a:defRPr sz="1050" b="1">
                <a:solidFill>
                  <a:srgbClr val="26B6CF"/>
                </a:solidFill>
              </a:defRPr>
            </a:lvl4pPr>
            <a:lvl5pPr algn="l">
              <a:defRPr sz="1050" b="1">
                <a:solidFill>
                  <a:srgbClr val="26B6CF"/>
                </a:solidFill>
              </a:defRPr>
            </a:lvl5pPr>
            <a:lvl6pPr algn="l">
              <a:defRPr sz="1050" b="1">
                <a:solidFill>
                  <a:srgbClr val="26B6CF"/>
                </a:solidFill>
              </a:defRPr>
            </a:lvl6pPr>
            <a:lvl7pPr algn="l">
              <a:defRPr sz="1050" b="1">
                <a:solidFill>
                  <a:srgbClr val="26B6CF"/>
                </a:solidFill>
              </a:defRPr>
            </a:lvl7pPr>
            <a:lvl8pPr algn="l">
              <a:defRPr sz="1050" b="1">
                <a:solidFill>
                  <a:srgbClr val="26B6CF"/>
                </a:solidFill>
              </a:defRPr>
            </a:lvl8pPr>
            <a:lvl9pPr algn="l">
              <a:defRPr sz="1050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6B6CF"/>
                </a:solidFill>
              </a:defRPr>
            </a:pPr>
            <a:r>
              <a:rPr sz="1050" b="1">
                <a:solidFill>
                  <a:srgbClr val="26B6CF"/>
                </a:solidFill>
              </a:rPr>
              <a:t>20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77CBCA-9FBD-4270-B7BF-4C409791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38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</a:defRPr>
            </a:defPPr>
            <a:lvl1pPr algn="l">
              <a:defRPr sz="2400" b="1">
                <a:solidFill>
                  <a:srgbClr val="FFFFFF"/>
                </a:solidFill>
              </a:defRPr>
            </a:lvl1pPr>
            <a:lvl2pPr algn="l">
              <a:defRPr sz="2400" b="1">
                <a:solidFill>
                  <a:srgbClr val="FFFFFF"/>
                </a:solidFill>
              </a:defRPr>
            </a:lvl2pPr>
            <a:lvl3pPr algn="l">
              <a:defRPr sz="2400" b="1">
                <a:solidFill>
                  <a:srgbClr val="FFFFFF"/>
                </a:solidFill>
              </a:defRPr>
            </a:lvl3pPr>
            <a:lvl4pPr algn="l">
              <a:defRPr sz="2400" b="1">
                <a:solidFill>
                  <a:srgbClr val="FFFFFF"/>
                </a:solidFill>
              </a:defRPr>
            </a:lvl4pPr>
            <a:lvl5pPr algn="l">
              <a:defRPr sz="2400" b="1">
                <a:solidFill>
                  <a:srgbClr val="FFFFFF"/>
                </a:solidFill>
              </a:defRPr>
            </a:lvl5pPr>
            <a:lvl6pPr algn="l">
              <a:defRPr sz="2400" b="1">
                <a:solidFill>
                  <a:srgbClr val="FFFFFF"/>
                </a:solidFill>
              </a:defRPr>
            </a:lvl6pPr>
            <a:lvl7pPr algn="l">
              <a:defRPr sz="2400" b="1">
                <a:solidFill>
                  <a:srgbClr val="FFFFFF"/>
                </a:solidFill>
              </a:defRPr>
            </a:lvl7pPr>
            <a:lvl8pPr algn="l">
              <a:defRPr sz="2400" b="1">
                <a:solidFill>
                  <a:srgbClr val="FFFFFF"/>
                </a:solidFill>
              </a:defRPr>
            </a:lvl8pPr>
            <a:lvl9pPr algn="l">
              <a:defRPr sz="24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End result and project 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F2EB98-60DD-474C-9628-36873E9A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26B6CF"/>
                </a:solidFill>
              </a:defRPr>
            </a:defPPr>
            <a:lvl1pPr algn="l">
              <a:defRPr sz="2625" b="1">
                <a:solidFill>
                  <a:srgbClr val="26B6CF"/>
                </a:solidFill>
              </a:defRPr>
            </a:lvl1pPr>
            <a:lvl2pPr algn="l">
              <a:defRPr sz="2625" b="1">
                <a:solidFill>
                  <a:srgbClr val="26B6CF"/>
                </a:solidFill>
              </a:defRPr>
            </a:lvl2pPr>
            <a:lvl3pPr algn="l">
              <a:defRPr sz="2625" b="1">
                <a:solidFill>
                  <a:srgbClr val="26B6CF"/>
                </a:solidFill>
              </a:defRPr>
            </a:lvl3pPr>
            <a:lvl4pPr algn="l">
              <a:defRPr sz="2625" b="1">
                <a:solidFill>
                  <a:srgbClr val="26B6CF"/>
                </a:solidFill>
              </a:defRPr>
            </a:lvl4pPr>
            <a:lvl5pPr algn="l">
              <a:defRPr sz="2625" b="1">
                <a:solidFill>
                  <a:srgbClr val="26B6CF"/>
                </a:solidFill>
              </a:defRPr>
            </a:lvl5pPr>
            <a:lvl6pPr algn="l">
              <a:defRPr sz="2625" b="1">
                <a:solidFill>
                  <a:srgbClr val="26B6CF"/>
                </a:solidFill>
              </a:defRPr>
            </a:lvl6pPr>
            <a:lvl7pPr algn="l">
              <a:defRPr sz="2625" b="1">
                <a:solidFill>
                  <a:srgbClr val="26B6CF"/>
                </a:solidFill>
              </a:defRPr>
            </a:lvl7pPr>
            <a:lvl8pPr algn="l">
              <a:defRPr sz="2625" b="1">
                <a:solidFill>
                  <a:srgbClr val="26B6CF"/>
                </a:solidFill>
              </a:defRPr>
            </a:lvl8pPr>
            <a:lvl9pPr algn="l">
              <a:defRPr sz="262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26B6CF"/>
                </a:solidFill>
              </a:defRPr>
            </a:pPr>
            <a:r>
              <a:rPr sz="2625" b="1">
                <a:solidFill>
                  <a:srgbClr val="26B6CF"/>
                </a:solidFill>
              </a:rPr>
              <a:t>Complete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66B72D-A15F-41BD-AE11-9516208E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local resident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63F0F-D8DC-4457-8CAE-C8A02278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2573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26B6CF"/>
                </a:solidFill>
              </a:defRPr>
            </a:defPPr>
            <a:lvl1pPr algn="l">
              <a:defRPr sz="2625" b="1">
                <a:solidFill>
                  <a:srgbClr val="26B6CF"/>
                </a:solidFill>
              </a:defRPr>
            </a:lvl1pPr>
            <a:lvl2pPr algn="l">
              <a:defRPr sz="2625" b="1">
                <a:solidFill>
                  <a:srgbClr val="26B6CF"/>
                </a:solidFill>
              </a:defRPr>
            </a:lvl2pPr>
            <a:lvl3pPr algn="l">
              <a:defRPr sz="2625" b="1">
                <a:solidFill>
                  <a:srgbClr val="26B6CF"/>
                </a:solidFill>
              </a:defRPr>
            </a:lvl3pPr>
            <a:lvl4pPr algn="l">
              <a:defRPr sz="2625" b="1">
                <a:solidFill>
                  <a:srgbClr val="26B6CF"/>
                </a:solidFill>
              </a:defRPr>
            </a:lvl4pPr>
            <a:lvl5pPr algn="l">
              <a:defRPr sz="2625" b="1">
                <a:solidFill>
                  <a:srgbClr val="26B6CF"/>
                </a:solidFill>
              </a:defRPr>
            </a:lvl5pPr>
            <a:lvl6pPr algn="l">
              <a:defRPr sz="2625" b="1">
                <a:solidFill>
                  <a:srgbClr val="26B6CF"/>
                </a:solidFill>
              </a:defRPr>
            </a:lvl6pPr>
            <a:lvl7pPr algn="l">
              <a:defRPr sz="2625" b="1">
                <a:solidFill>
                  <a:srgbClr val="26B6CF"/>
                </a:solidFill>
              </a:defRPr>
            </a:lvl7pPr>
            <a:lvl8pPr algn="l">
              <a:defRPr sz="2625" b="1">
                <a:solidFill>
                  <a:srgbClr val="26B6CF"/>
                </a:solidFill>
              </a:defRPr>
            </a:lvl8pPr>
            <a:lvl9pPr algn="l">
              <a:defRPr sz="262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26B6CF"/>
                </a:solidFill>
              </a:defRPr>
            </a:pPr>
            <a:r>
              <a:rPr sz="2625" b="1">
                <a:solidFill>
                  <a:srgbClr val="26B6CF"/>
                </a:solidFill>
              </a:rPr>
              <a:t>Complete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85D652-AB16-4C7D-9A36-BF0EAC64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6954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historical-event research viewer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D63630-168D-4F2A-95F6-1ED1530F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2573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26B6CF"/>
                </a:solidFill>
              </a:defRPr>
            </a:defPPr>
            <a:lvl1pPr algn="l">
              <a:defRPr sz="2625" b="1">
                <a:solidFill>
                  <a:srgbClr val="26B6CF"/>
                </a:solidFill>
              </a:defRPr>
            </a:lvl1pPr>
            <a:lvl2pPr algn="l">
              <a:defRPr sz="2625" b="1">
                <a:solidFill>
                  <a:srgbClr val="26B6CF"/>
                </a:solidFill>
              </a:defRPr>
            </a:lvl2pPr>
            <a:lvl3pPr algn="l">
              <a:defRPr sz="2625" b="1">
                <a:solidFill>
                  <a:srgbClr val="26B6CF"/>
                </a:solidFill>
              </a:defRPr>
            </a:lvl3pPr>
            <a:lvl4pPr algn="l">
              <a:defRPr sz="2625" b="1">
                <a:solidFill>
                  <a:srgbClr val="26B6CF"/>
                </a:solidFill>
              </a:defRPr>
            </a:lvl4pPr>
            <a:lvl5pPr algn="l">
              <a:defRPr sz="2625" b="1">
                <a:solidFill>
                  <a:srgbClr val="26B6CF"/>
                </a:solidFill>
              </a:defRPr>
            </a:lvl5pPr>
            <a:lvl6pPr algn="l">
              <a:defRPr sz="2625" b="1">
                <a:solidFill>
                  <a:srgbClr val="26B6CF"/>
                </a:solidFill>
              </a:defRPr>
            </a:lvl6pPr>
            <a:lvl7pPr algn="l">
              <a:defRPr sz="2625" b="1">
                <a:solidFill>
                  <a:srgbClr val="26B6CF"/>
                </a:solidFill>
              </a:defRPr>
            </a:lvl7pPr>
            <a:lvl8pPr algn="l">
              <a:defRPr sz="2625" b="1">
                <a:solidFill>
                  <a:srgbClr val="26B6CF"/>
                </a:solidFill>
              </a:defRPr>
            </a:lvl8pPr>
            <a:lvl9pPr algn="l">
              <a:defRPr sz="262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26B6CF"/>
                </a:solidFill>
              </a:defRPr>
            </a:pPr>
            <a:r>
              <a:rPr sz="2625" b="1">
                <a:solidFill>
                  <a:srgbClr val="26B6CF"/>
                </a:solidFill>
              </a:rPr>
              <a:t>Verified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0D8697-7AD7-47D9-8D1E-0057F2F9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954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Chennai data-backed demonstration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03768B-DA5A-45D5-BB33-8E54505C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573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E86F51"/>
                </a:solidFill>
              </a:defRPr>
            </a:defPPr>
            <a:lvl1pPr algn="l">
              <a:defRPr sz="2625" b="1">
                <a:solidFill>
                  <a:srgbClr val="E86F51"/>
                </a:solidFill>
              </a:defRPr>
            </a:lvl1pPr>
            <a:lvl2pPr algn="l">
              <a:defRPr sz="2625" b="1">
                <a:solidFill>
                  <a:srgbClr val="E86F51"/>
                </a:solidFill>
              </a:defRPr>
            </a:lvl2pPr>
            <a:lvl3pPr algn="l">
              <a:defRPr sz="2625" b="1">
                <a:solidFill>
                  <a:srgbClr val="E86F51"/>
                </a:solidFill>
              </a:defRPr>
            </a:lvl3pPr>
            <a:lvl4pPr algn="l">
              <a:defRPr sz="2625" b="1">
                <a:solidFill>
                  <a:srgbClr val="E86F51"/>
                </a:solidFill>
              </a:defRPr>
            </a:lvl4pPr>
            <a:lvl5pPr algn="l">
              <a:defRPr sz="2625" b="1">
                <a:solidFill>
                  <a:srgbClr val="E86F51"/>
                </a:solidFill>
              </a:defRPr>
            </a:lvl5pPr>
            <a:lvl6pPr algn="l">
              <a:defRPr sz="2625" b="1">
                <a:solidFill>
                  <a:srgbClr val="E86F51"/>
                </a:solidFill>
              </a:defRPr>
            </a:lvl6pPr>
            <a:lvl7pPr algn="l">
              <a:defRPr sz="2625" b="1">
                <a:solidFill>
                  <a:srgbClr val="E86F51"/>
                </a:solidFill>
              </a:defRPr>
            </a:lvl7pPr>
            <a:lvl8pPr algn="l">
              <a:defRPr sz="2625" b="1">
                <a:solidFill>
                  <a:srgbClr val="E86F51"/>
                </a:solidFill>
              </a:defRPr>
            </a:lvl8pPr>
            <a:lvl9pPr algn="l">
              <a:defRPr sz="2625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E86F51"/>
                </a:solidFill>
              </a:defRPr>
            </a:pPr>
            <a:r>
              <a:rPr sz="2625" b="1">
                <a:solidFill>
                  <a:srgbClr val="E86F51"/>
                </a:solidFill>
              </a:rPr>
              <a:t>Exploratory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D331D4-6E3F-4CD4-BD29-2CE69C97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6954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held-out ML performance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A2C0EA-4293-462C-9D58-F843284C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52700"/>
            <a:ext cx="10896600" cy="1885950"/>
          </a:xfrm>
          <a:prstGeom xmlns:a="http://schemas.openxmlformats.org/drawingml/2006/main" prst="roundRect">
            <a:avLst>
              <a:gd name="adj" fmla="val 10101"/>
            </a:avLst>
          </a:prstGeom>
          <a:solidFill xmlns:a="http://schemas.openxmlformats.org/drawingml/2006/main">
            <a:srgbClr val="0B292A"/>
          </a:solidFill>
          <a:ln xmlns:a="http://schemas.openxmlformats.org/drawingml/2006/main" w="9525">
            <a:solidFill>
              <a:srgbClr val="2850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06AF96-1338-402C-8CEE-077A51B2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6B6CF"/>
                </a:solidFill>
              </a:defRPr>
            </a:defPPr>
            <a:lvl1pPr algn="l">
              <a:defRPr sz="1350" b="1">
                <a:solidFill>
                  <a:srgbClr val="26B6CF"/>
                </a:solidFill>
              </a:defRPr>
            </a:lvl1pPr>
            <a:lvl2pPr algn="l">
              <a:defRPr sz="1350" b="1">
                <a:solidFill>
                  <a:srgbClr val="26B6CF"/>
                </a:solidFill>
              </a:defRPr>
            </a:lvl2pPr>
            <a:lvl3pPr algn="l">
              <a:defRPr sz="1350" b="1">
                <a:solidFill>
                  <a:srgbClr val="26B6CF"/>
                </a:solidFill>
              </a:defRPr>
            </a:lvl3pPr>
            <a:lvl4pPr algn="l">
              <a:defRPr sz="1350" b="1">
                <a:solidFill>
                  <a:srgbClr val="26B6CF"/>
                </a:solidFill>
              </a:defRPr>
            </a:lvl4pPr>
            <a:lvl5pPr algn="l">
              <a:defRPr sz="1350" b="1">
                <a:solidFill>
                  <a:srgbClr val="26B6CF"/>
                </a:solidFill>
              </a:defRPr>
            </a:lvl5pPr>
            <a:lvl6pPr algn="l">
              <a:defRPr sz="1350" b="1">
                <a:solidFill>
                  <a:srgbClr val="26B6CF"/>
                </a:solidFill>
              </a:defRPr>
            </a:lvl6pPr>
            <a:lvl7pPr algn="l">
              <a:defRPr sz="1350" b="1">
                <a:solidFill>
                  <a:srgbClr val="26B6CF"/>
                </a:solidFill>
              </a:defRPr>
            </a:lvl7pPr>
            <a:lvl8pPr algn="l">
              <a:defRPr sz="1350" b="1">
                <a:solidFill>
                  <a:srgbClr val="26B6CF"/>
                </a:solidFill>
              </a:defRPr>
            </a:lvl8pPr>
            <a:lvl9pPr algn="l">
              <a:defRPr sz="1350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B6CF"/>
                </a:solidFill>
              </a:defRPr>
            </a:pPr>
            <a:r>
              <a:rPr sz="1350" b="1">
                <a:solidFill>
                  <a:srgbClr val="26B6CF"/>
                </a:solidFill>
              </a:rPr>
              <a:t>Final outcome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64F164-3632-4B88-8742-1981F61D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1009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</a:defRPr>
            </a:defPPr>
            <a:lvl1pPr algn="l">
              <a:defRPr sz="2025" b="1">
                <a:solidFill>
                  <a:srgbClr val="FFFFFF"/>
                </a:solidFill>
              </a:defRPr>
            </a:lvl1pPr>
            <a:lvl2pPr algn="l">
              <a:defRPr sz="2025" b="1">
                <a:solidFill>
                  <a:srgbClr val="FFFFFF"/>
                </a:solidFill>
              </a:defRPr>
            </a:lvl2pPr>
            <a:lvl3pPr algn="l">
              <a:defRPr sz="2025" b="1">
                <a:solidFill>
                  <a:srgbClr val="FFFFFF"/>
                </a:solidFill>
              </a:defRPr>
            </a:lvl3pPr>
            <a:lvl4pPr algn="l">
              <a:defRPr sz="2025" b="1">
                <a:solidFill>
                  <a:srgbClr val="FFFFFF"/>
                </a:solidFill>
              </a:defRPr>
            </a:lvl4pPr>
            <a:lvl5pPr algn="l">
              <a:defRPr sz="2025" b="1">
                <a:solidFill>
                  <a:srgbClr val="FFFFFF"/>
                </a:solidFill>
              </a:defRPr>
            </a:lvl5pPr>
            <a:lvl6pPr algn="l">
              <a:defRPr sz="2025" b="1">
                <a:solidFill>
                  <a:srgbClr val="FFFFFF"/>
                </a:solidFill>
              </a:defRPr>
            </a:lvl6pPr>
            <a:lvl7pPr algn="l">
              <a:defRPr sz="2025" b="1">
                <a:solidFill>
                  <a:srgbClr val="FFFFFF"/>
                </a:solidFill>
              </a:defRPr>
            </a:lvl7pPr>
            <a:lvl8pPr algn="l">
              <a:defRPr sz="2025" b="1">
                <a:solidFill>
                  <a:srgbClr val="FFFFFF"/>
                </a:solidFill>
              </a:defRPr>
            </a:lvl8pPr>
            <a:lvl9pPr algn="l">
              <a:defRPr sz="20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FloodLens successfully demonstrates how terrain, forecast rainfall, river-basin context, and historical-event ML analysis can be combined in one transparent project without presenting experimental predictions as public warnings.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1A6813-C74E-47DB-A058-D8F363D3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6B6CF"/>
                </a:solidFill>
              </a:defRPr>
            </a:defPPr>
            <a:lvl1pPr algn="l">
              <a:defRPr sz="1275" b="1">
                <a:solidFill>
                  <a:srgbClr val="26B6CF"/>
                </a:solidFill>
              </a:defRPr>
            </a:lvl1pPr>
            <a:lvl2pPr algn="l">
              <a:defRPr sz="1275" b="1">
                <a:solidFill>
                  <a:srgbClr val="26B6CF"/>
                </a:solidFill>
              </a:defRPr>
            </a:lvl2pPr>
            <a:lvl3pPr algn="l">
              <a:defRPr sz="1275" b="1">
                <a:solidFill>
                  <a:srgbClr val="26B6CF"/>
                </a:solidFill>
              </a:defRPr>
            </a:lvl3pPr>
            <a:lvl4pPr algn="l">
              <a:defRPr sz="1275" b="1">
                <a:solidFill>
                  <a:srgbClr val="26B6CF"/>
                </a:solidFill>
              </a:defRPr>
            </a:lvl4pPr>
            <a:lvl5pPr algn="l">
              <a:defRPr sz="1275" b="1">
                <a:solidFill>
                  <a:srgbClr val="26B6CF"/>
                </a:solidFill>
              </a:defRPr>
            </a:lvl5pPr>
            <a:lvl6pPr algn="l">
              <a:defRPr sz="1275" b="1">
                <a:solidFill>
                  <a:srgbClr val="26B6CF"/>
                </a:solidFill>
              </a:defRPr>
            </a:lvl6pPr>
            <a:lvl7pPr algn="l">
              <a:defRPr sz="1275" b="1">
                <a:solidFill>
                  <a:srgbClr val="26B6CF"/>
                </a:solidFill>
              </a:defRPr>
            </a:lvl7pPr>
            <a:lvl8pPr algn="l">
              <a:defRPr sz="1275" b="1">
                <a:solidFill>
                  <a:srgbClr val="26B6CF"/>
                </a:solidFill>
              </a:defRPr>
            </a:lvl8pPr>
            <a:lvl9pPr algn="l">
              <a:defRPr sz="127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B6CF"/>
                </a:solidFill>
              </a:defRPr>
            </a:pPr>
            <a:r>
              <a:rPr sz="1275" b="1">
                <a:solidFill>
                  <a:srgbClr val="26B6CF"/>
                </a:solidFill>
              </a:rPr>
              <a:t>Ready for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28FF55-FBA5-4B89-BF1C-8078DD05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76850"/>
            <a:ext cx="2209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637"/>
          </a:solidFill>
          <a:ln xmlns:a="http://schemas.openxmlformats.org/drawingml/2006/main" w="9525">
            <a:solidFill>
              <a:srgbClr val="12363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8EBA3C-E198-493E-A0C5-B08F6FBE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768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defRPr sz="975" b="1">
                <a:solidFill>
                  <a:srgbClr val="FFFFFF"/>
                </a:solidFill>
              </a:defRPr>
            </a:lvl1pPr>
            <a:lvl2pPr algn="ctr">
              <a:defRPr sz="975" b="1">
                <a:solidFill>
                  <a:srgbClr val="FFFFFF"/>
                </a:solidFill>
              </a:defRPr>
            </a:lvl2pPr>
            <a:lvl3pPr algn="ctr">
              <a:defRPr sz="975" b="1">
                <a:solidFill>
                  <a:srgbClr val="FFFFFF"/>
                </a:solidFill>
              </a:defRPr>
            </a:lvl3pPr>
            <a:lvl4pPr algn="ctr">
              <a:defRPr sz="975" b="1">
                <a:solidFill>
                  <a:srgbClr val="FFFFFF"/>
                </a:solidFill>
              </a:defRPr>
            </a:lvl4pPr>
            <a:lvl5pPr algn="ctr">
              <a:defRPr sz="975" b="1">
                <a:solidFill>
                  <a:srgbClr val="FFFFFF"/>
                </a:solidFill>
              </a:defRPr>
            </a:lvl5pPr>
            <a:lvl6pPr algn="ctr">
              <a:defRPr sz="975" b="1">
                <a:solidFill>
                  <a:srgbClr val="FFFFFF"/>
                </a:solidFill>
              </a:defRPr>
            </a:lvl6pPr>
            <a:lvl7pPr algn="ctr">
              <a:defRPr sz="975" b="1">
                <a:solidFill>
                  <a:srgbClr val="FFFFFF"/>
                </a:solidFill>
              </a:defRPr>
            </a:lvl7pPr>
            <a:lvl8pPr algn="ctr">
              <a:defRPr sz="975" b="1">
                <a:solidFill>
                  <a:srgbClr val="FFFFFF"/>
                </a:solidFill>
              </a:defRPr>
            </a:lvl8pPr>
            <a:lvl9pPr algn="ctr"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Academic submission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3DDC90-4F71-4183-A784-846BD986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276850"/>
            <a:ext cx="2476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637"/>
          </a:solidFill>
          <a:ln xmlns:a="http://schemas.openxmlformats.org/drawingml/2006/main" w="9525">
            <a:solidFill>
              <a:srgbClr val="12363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1657BF-B14B-4AC0-8DC6-EBB2B11A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7685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defRPr sz="975" b="1">
                <a:solidFill>
                  <a:srgbClr val="FFFFFF"/>
                </a:solidFill>
              </a:defRPr>
            </a:lvl1pPr>
            <a:lvl2pPr algn="ctr">
              <a:defRPr sz="975" b="1">
                <a:solidFill>
                  <a:srgbClr val="FFFFFF"/>
                </a:solidFill>
              </a:defRPr>
            </a:lvl2pPr>
            <a:lvl3pPr algn="ctr">
              <a:defRPr sz="975" b="1">
                <a:solidFill>
                  <a:srgbClr val="FFFFFF"/>
                </a:solidFill>
              </a:defRPr>
            </a:lvl3pPr>
            <a:lvl4pPr algn="ctr">
              <a:defRPr sz="975" b="1">
                <a:solidFill>
                  <a:srgbClr val="FFFFFF"/>
                </a:solidFill>
              </a:defRPr>
            </a:lvl4pPr>
            <a:lvl5pPr algn="ctr">
              <a:defRPr sz="975" b="1">
                <a:solidFill>
                  <a:srgbClr val="FFFFFF"/>
                </a:solidFill>
              </a:defRPr>
            </a:lvl5pPr>
            <a:lvl6pPr algn="ctr">
              <a:defRPr sz="975" b="1">
                <a:solidFill>
                  <a:srgbClr val="FFFFFF"/>
                </a:solidFill>
              </a:defRPr>
            </a:lvl6pPr>
            <a:lvl7pPr algn="ctr">
              <a:defRPr sz="975" b="1">
                <a:solidFill>
                  <a:srgbClr val="FFFFFF"/>
                </a:solidFill>
              </a:defRPr>
            </a:lvl7pPr>
            <a:lvl8pPr algn="ctr">
              <a:defRPr sz="975" b="1">
                <a:solidFill>
                  <a:srgbClr val="FFFFFF"/>
                </a:solidFill>
              </a:defRPr>
            </a:lvl8pPr>
            <a:lvl9pPr algn="ctr"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Portfolio demonstration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1D8A29-B19B-4172-AA96-AA7FD45D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276850"/>
            <a:ext cx="2209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637"/>
          </a:solidFill>
          <a:ln xmlns:a="http://schemas.openxmlformats.org/drawingml/2006/main" w="9525">
            <a:solidFill>
              <a:srgbClr val="12363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A68FE5-2519-44F9-959F-CA505708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2768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defRPr sz="975" b="1">
                <a:solidFill>
                  <a:srgbClr val="FFFFFF"/>
                </a:solidFill>
              </a:defRPr>
            </a:lvl1pPr>
            <a:lvl2pPr algn="ctr">
              <a:defRPr sz="975" b="1">
                <a:solidFill>
                  <a:srgbClr val="FFFFFF"/>
                </a:solidFill>
              </a:defRPr>
            </a:lvl2pPr>
            <a:lvl3pPr algn="ctr">
              <a:defRPr sz="975" b="1">
                <a:solidFill>
                  <a:srgbClr val="FFFFFF"/>
                </a:solidFill>
              </a:defRPr>
            </a:lvl3pPr>
            <a:lvl4pPr algn="ctr">
              <a:defRPr sz="975" b="1">
                <a:solidFill>
                  <a:srgbClr val="FFFFFF"/>
                </a:solidFill>
              </a:defRPr>
            </a:lvl4pPr>
            <a:lvl5pPr algn="ctr">
              <a:defRPr sz="975" b="1">
                <a:solidFill>
                  <a:srgbClr val="FFFFFF"/>
                </a:solidFill>
              </a:defRPr>
            </a:lvl5pPr>
            <a:lvl6pPr algn="ctr">
              <a:defRPr sz="975" b="1">
                <a:solidFill>
                  <a:srgbClr val="FFFFFF"/>
                </a:solidFill>
              </a:defRPr>
            </a:lvl6pPr>
            <a:lvl7pPr algn="ctr">
              <a:defRPr sz="975" b="1">
                <a:solidFill>
                  <a:srgbClr val="FFFFFF"/>
                </a:solidFill>
              </a:defRPr>
            </a:lvl7pPr>
            <a:lvl8pPr algn="ctr">
              <a:defRPr sz="975" b="1">
                <a:solidFill>
                  <a:srgbClr val="FFFFFF"/>
                </a:solidFill>
              </a:defRPr>
            </a:lvl8pPr>
            <a:lvl9pPr algn="ctr"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Research prototype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D4DAF4-B8D7-4F62-A9F1-5504091D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76850"/>
            <a:ext cx="2686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637"/>
          </a:solidFill>
          <a:ln xmlns:a="http://schemas.openxmlformats.org/drawingml/2006/main" w="9525">
            <a:solidFill>
              <a:srgbClr val="12363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E8C642-9116-4326-B479-844BDA4E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7685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defRPr sz="975" b="1">
                <a:solidFill>
                  <a:srgbClr val="FFFFFF"/>
                </a:solidFill>
              </a:defRPr>
            </a:lvl1pPr>
            <a:lvl2pPr algn="ctr">
              <a:defRPr sz="975" b="1">
                <a:solidFill>
                  <a:srgbClr val="FFFFFF"/>
                </a:solidFill>
              </a:defRPr>
            </a:lvl2pPr>
            <a:lvl3pPr algn="ctr">
              <a:defRPr sz="975" b="1">
                <a:solidFill>
                  <a:srgbClr val="FFFFFF"/>
                </a:solidFill>
              </a:defRPr>
            </a:lvl3pPr>
            <a:lvl4pPr algn="ctr">
              <a:defRPr sz="975" b="1">
                <a:solidFill>
                  <a:srgbClr val="FFFFFF"/>
                </a:solidFill>
              </a:defRPr>
            </a:lvl4pPr>
            <a:lvl5pPr algn="ctr">
              <a:defRPr sz="975" b="1">
                <a:solidFill>
                  <a:srgbClr val="FFFFFF"/>
                </a:solidFill>
              </a:defRPr>
            </a:lvl5pPr>
            <a:lvl6pPr algn="ctr">
              <a:defRPr sz="975" b="1">
                <a:solidFill>
                  <a:srgbClr val="FFFFFF"/>
                </a:solidFill>
              </a:defRPr>
            </a:lvl6pPr>
            <a:lvl7pPr algn="ctr">
              <a:defRPr sz="975" b="1">
                <a:solidFill>
                  <a:srgbClr val="FFFFFF"/>
                </a:solidFill>
              </a:defRPr>
            </a:lvl7pPr>
            <a:lvl8pPr algn="ctr">
              <a:defRPr sz="975" b="1">
                <a:solidFill>
                  <a:srgbClr val="FFFFFF"/>
                </a:solidFill>
              </a:defRPr>
            </a:lvl8pPr>
            <a:lvl9pPr algn="ctr"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Future validation work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708FE3-51BA-4747-AE42-FC2727A2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62650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B9CBC8"/>
                </a:solidFill>
              </a:defRPr>
            </a:defPPr>
            <a:lvl1pPr algn="ctr">
              <a:defRPr sz="1200" b="1">
                <a:solidFill>
                  <a:srgbClr val="B9CBC8"/>
                </a:solidFill>
              </a:defRPr>
            </a:lvl1pPr>
            <a:lvl2pPr algn="ctr">
              <a:defRPr sz="1200" b="1">
                <a:solidFill>
                  <a:srgbClr val="B9CBC8"/>
                </a:solidFill>
              </a:defRPr>
            </a:lvl2pPr>
            <a:lvl3pPr algn="ctr">
              <a:defRPr sz="1200" b="1">
                <a:solidFill>
                  <a:srgbClr val="B9CBC8"/>
                </a:solidFill>
              </a:defRPr>
            </a:lvl3pPr>
            <a:lvl4pPr algn="ctr">
              <a:defRPr sz="1200" b="1">
                <a:solidFill>
                  <a:srgbClr val="B9CBC8"/>
                </a:solidFill>
              </a:defRPr>
            </a:lvl4pPr>
            <a:lvl5pPr algn="ctr">
              <a:defRPr sz="1200" b="1">
                <a:solidFill>
                  <a:srgbClr val="B9CBC8"/>
                </a:solidFill>
              </a:defRPr>
            </a:lvl5pPr>
            <a:lvl6pPr algn="ctr">
              <a:defRPr sz="1200" b="1">
                <a:solidFill>
                  <a:srgbClr val="B9CBC8"/>
                </a:solidFill>
              </a:defRPr>
            </a:lvl6pPr>
            <a:lvl7pPr algn="ctr">
              <a:defRPr sz="1200" b="1">
                <a:solidFill>
                  <a:srgbClr val="B9CBC8"/>
                </a:solidFill>
              </a:defRPr>
            </a:lvl7pPr>
            <a:lvl8pPr algn="ctr">
              <a:defRPr sz="1200" b="1">
                <a:solidFill>
                  <a:srgbClr val="B9CBC8"/>
                </a:solidFill>
              </a:defRPr>
            </a:lvl8pPr>
            <a:lvl9pPr algn="ctr">
              <a:defRPr sz="1200" b="1">
                <a:solidFill>
                  <a:srgbClr val="B9CBC8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B9CBC8"/>
                </a:solidFill>
              </a:defRPr>
            </a:pPr>
            <a:r>
              <a:rPr sz="1200" b="1">
                <a:solidFill>
                  <a:srgbClr val="B9CBC8"/>
                </a:solidFill>
              </a:rPr>
              <a:t>Next scientific step: add more independent events and India-focused geography-held-out validation before considering resident-facing ML.</a:t>
            </a:r>
          </a:p>
        </p:txBody>
      </p:sp>
    </p:spTree>
    <p:extLst>
      <p:ext uri="{BB962C8B-B14F-4D97-AF65-F5344CB8AC3E}">
        <p14:creationId xmlns:p14="http://schemas.microsoft.com/office/powerpoint/2010/main" val="8965606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2026-10-19T13:34:35.2150000Z</dcterms:created>
  <dcterms:modified xsi:type="dcterms:W3CDTF">2026-10-19T13:34:35.2150000Z</dcterms:modified>
</coreProperties>
</file>